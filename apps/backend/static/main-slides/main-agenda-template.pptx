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4"/>
    <p:sldMasterId id="2147483686" r:id="rId5"/>
  </p:sldMasterIdLst>
  <p:notesMasterIdLst>
    <p:notesMasterId r:id="rId45"/>
  </p:notesMasterIdLst>
  <p:sldIdLst>
    <p:sldId id="585" r:id="rId6"/>
    <p:sldId id="459" r:id="rId7"/>
    <p:sldId id="460" r:id="rId8"/>
    <p:sldId id="461" r:id="rId9"/>
    <p:sldId id="614" r:id="rId10"/>
    <p:sldId id="286" r:id="rId11"/>
    <p:sldId id="368" r:id="rId12"/>
    <p:sldId id="468" r:id="rId13"/>
    <p:sldId id="406" r:id="rId14"/>
    <p:sldId id="408" r:id="rId15"/>
    <p:sldId id="579" r:id="rId16"/>
    <p:sldId id="474" r:id="rId17"/>
    <p:sldId id="559" r:id="rId18"/>
    <p:sldId id="476" r:id="rId19"/>
    <p:sldId id="616" r:id="rId20"/>
    <p:sldId id="617" r:id="rId21"/>
    <p:sldId id="599" r:id="rId22"/>
    <p:sldId id="257" r:id="rId23"/>
    <p:sldId id="341" r:id="rId24"/>
    <p:sldId id="626" r:id="rId25"/>
    <p:sldId id="499" r:id="rId26"/>
    <p:sldId id="586" r:id="rId27"/>
    <p:sldId id="620" r:id="rId28"/>
    <p:sldId id="589" r:id="rId29"/>
    <p:sldId id="503" r:id="rId30"/>
    <p:sldId id="636" r:id="rId31"/>
    <p:sldId id="593" r:id="rId32"/>
    <p:sldId id="625" r:id="rId33"/>
    <p:sldId id="622" r:id="rId34"/>
    <p:sldId id="493" r:id="rId35"/>
    <p:sldId id="594" r:id="rId36"/>
    <p:sldId id="627" r:id="rId37"/>
    <p:sldId id="595" r:id="rId38"/>
    <p:sldId id="603" r:id="rId39"/>
    <p:sldId id="495" r:id="rId40"/>
    <p:sldId id="497" r:id="rId41"/>
    <p:sldId id="498" r:id="rId42"/>
    <p:sldId id="584" r:id="rId43"/>
    <p:sldId id="583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5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38429"/>
    <a:srgbClr val="FEEE9F"/>
    <a:srgbClr val="004165"/>
    <a:srgbClr val="0B5879"/>
    <a:srgbClr val="497593"/>
    <a:srgbClr val="7B98B2"/>
    <a:srgbClr val="B3C3D3"/>
    <a:srgbClr val="772432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70BE1-EA36-1E98-4A7C-34456DB97596}" v="16" dt="2026-07-06T09:36:06.943"/>
    <p1510:client id="{62B4AF28-DBAA-10AC-FE8F-62D7824127D1}" v="61" dt="2026-07-06T03:48:54.220"/>
    <p1510:client id="{CCD5FC77-0C89-3C3C-C691-DC169CA9B535}" v="25" dt="2026-07-06T09:39:15.118"/>
    <p1510:client id="{F1AA35B1-4C60-9ECC-AAF5-8B8D62F33DAE}" v="6" dt="2026-07-06T12:38:58.7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1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 Chen" userId="S::chachen@microsoft.com::82ace99e-2761-4100-8736-8e926bec96ce" providerId="AD" clId="Web-{31E70BE1-EA36-1E98-4A7C-34456DB97596}"/>
    <pc:docChg chg="modSld">
      <pc:chgData name="Chao Chen" userId="S::chachen@microsoft.com::82ace99e-2761-4100-8736-8e926bec96ce" providerId="AD" clId="Web-{31E70BE1-EA36-1E98-4A7C-34456DB97596}" dt="2026-07-06T09:36:06.943" v="8" actId="14100"/>
      <pc:docMkLst>
        <pc:docMk/>
      </pc:docMkLst>
      <pc:sldChg chg="modSp">
        <pc:chgData name="Chao Chen" userId="S::chachen@microsoft.com::82ace99e-2761-4100-8736-8e926bec96ce" providerId="AD" clId="Web-{31E70BE1-EA36-1E98-4A7C-34456DB97596}" dt="2026-07-06T09:36:06.943" v="8" actId="14100"/>
        <pc:sldMkLst>
          <pc:docMk/>
          <pc:sldMk cId="3516207792" sldId="599"/>
        </pc:sldMkLst>
        <pc:spChg chg="mod">
          <ac:chgData name="Chao Chen" userId="S::chachen@microsoft.com::82ace99e-2761-4100-8736-8e926bec96ce" providerId="AD" clId="Web-{31E70BE1-EA36-1E98-4A7C-34456DB97596}" dt="2026-07-06T09:36:06.943" v="8" actId="14100"/>
          <ac:spMkLst>
            <pc:docMk/>
            <pc:sldMk cId="3516207792" sldId="599"/>
            <ac:spMk id="8" creationId="{FF0082DE-8DBE-5F09-FCE0-7459418FA0A4}"/>
          </ac:spMkLst>
        </pc:spChg>
      </pc:sldChg>
    </pc:docChg>
  </pc:docChgLst>
  <pc:docChgLst>
    <pc:chgData name="Cecily Wang" userId="S::wangjune@microsoft.com::95786509-2c3e-4584-bd64-f81676381521" providerId="AD" clId="Web-{2B1D2B40-1F32-D2E1-EB87-AF24AD56C97D}"/>
    <pc:docChg chg="modSld">
      <pc:chgData name="Cecily Wang" userId="S::wangjune@microsoft.com::95786509-2c3e-4584-bd64-f81676381521" providerId="AD" clId="Web-{2B1D2B40-1F32-D2E1-EB87-AF24AD56C97D}" dt="2026-06-22T08:44:47.204" v="55" actId="1076"/>
      <pc:docMkLst>
        <pc:docMk/>
      </pc:docMkLst>
      <pc:sldChg chg="modSp">
        <pc:chgData name="Cecily Wang" userId="S::wangjune@microsoft.com::95786509-2c3e-4584-bd64-f81676381521" providerId="AD" clId="Web-{2B1D2B40-1F32-D2E1-EB87-AF24AD56C97D}" dt="2026-06-22T06:51:30.164" v="53" actId="20577"/>
        <pc:sldMkLst>
          <pc:docMk/>
          <pc:sldMk cId="3516207792" sldId="599"/>
        </pc:sldMkLst>
        <pc:spChg chg="mod">
          <ac:chgData name="Cecily Wang" userId="S::wangjune@microsoft.com::95786509-2c3e-4584-bd64-f81676381521" providerId="AD" clId="Web-{2B1D2B40-1F32-D2E1-EB87-AF24AD56C97D}" dt="2026-06-22T06:51:30.164" v="53" actId="20577"/>
          <ac:spMkLst>
            <pc:docMk/>
            <pc:sldMk cId="3516207792" sldId="599"/>
            <ac:spMk id="5" creationId="{56AF69D4-6393-7950-485C-2C6AE39221AA}"/>
          </ac:spMkLst>
        </pc:spChg>
      </pc:sldChg>
      <pc:sldChg chg="addSp delSp modSp">
        <pc:chgData name="Cecily Wang" userId="S::wangjune@microsoft.com::95786509-2c3e-4584-bd64-f81676381521" providerId="AD" clId="Web-{2B1D2B40-1F32-D2E1-EB87-AF24AD56C97D}" dt="2026-06-22T08:44:47.204" v="55" actId="1076"/>
        <pc:sldMkLst>
          <pc:docMk/>
          <pc:sldMk cId="2133274159" sldId="617"/>
        </pc:sldMkLst>
        <pc:spChg chg="add mod">
          <ac:chgData name="Cecily Wang" userId="S::wangjune@microsoft.com::95786509-2c3e-4584-bd64-f81676381521" providerId="AD" clId="Web-{2B1D2B40-1F32-D2E1-EB87-AF24AD56C97D}" dt="2026-06-22T06:49:58.068" v="34" actId="1076"/>
          <ac:spMkLst>
            <pc:docMk/>
            <pc:sldMk cId="2133274159" sldId="617"/>
            <ac:spMk id="4" creationId="{AD4B6EEF-9DE5-3418-2DCE-8BB9CE72E8B0}"/>
          </ac:spMkLst>
        </pc:spChg>
        <pc:spChg chg="mod">
          <ac:chgData name="Cecily Wang" userId="S::wangjune@microsoft.com::95786509-2c3e-4584-bd64-f81676381521" providerId="AD" clId="Web-{2B1D2B40-1F32-D2E1-EB87-AF24AD56C97D}" dt="2026-06-22T06:49:51.380" v="33" actId="1076"/>
          <ac:spMkLst>
            <pc:docMk/>
            <pc:sldMk cId="2133274159" sldId="617"/>
            <ac:spMk id="6" creationId="{A7094C4A-7D8F-4D91-0E38-8DBB74876632}"/>
          </ac:spMkLst>
        </pc:spChg>
        <pc:spChg chg="mod">
          <ac:chgData name="Cecily Wang" userId="S::wangjune@microsoft.com::95786509-2c3e-4584-bd64-f81676381521" providerId="AD" clId="Web-{2B1D2B40-1F32-D2E1-EB87-AF24AD56C97D}" dt="2026-06-22T06:49:29.129" v="25" actId="1076"/>
          <ac:spMkLst>
            <pc:docMk/>
            <pc:sldMk cId="2133274159" sldId="617"/>
            <ac:spMk id="7" creationId="{79B94991-E2FC-E5C2-E6AE-0043DB479ED2}"/>
          </ac:spMkLst>
        </pc:spChg>
        <pc:spChg chg="mod">
          <ac:chgData name="Cecily Wang" userId="S::wangjune@microsoft.com::95786509-2c3e-4584-bd64-f81676381521" providerId="AD" clId="Web-{2B1D2B40-1F32-D2E1-EB87-AF24AD56C97D}" dt="2026-06-22T06:49:47.880" v="32" actId="1076"/>
          <ac:spMkLst>
            <pc:docMk/>
            <pc:sldMk cId="2133274159" sldId="617"/>
            <ac:spMk id="8" creationId="{DC33D302-259A-20B4-F180-88B4E0DD81F7}"/>
          </ac:spMkLst>
        </pc:spChg>
        <pc:spChg chg="mod">
          <ac:chgData name="Cecily Wang" userId="S::wangjune@microsoft.com::95786509-2c3e-4584-bd64-f81676381521" providerId="AD" clId="Web-{2B1D2B40-1F32-D2E1-EB87-AF24AD56C97D}" dt="2026-06-22T06:49:29.145" v="27" actId="1076"/>
          <ac:spMkLst>
            <pc:docMk/>
            <pc:sldMk cId="2133274159" sldId="617"/>
            <ac:spMk id="9" creationId="{70B201B8-D1C5-79BB-F50D-CDE3E4867188}"/>
          </ac:spMkLst>
        </pc:spChg>
        <pc:spChg chg="mod">
          <ac:chgData name="Cecily Wang" userId="S::wangjune@microsoft.com::95786509-2c3e-4584-bd64-f81676381521" providerId="AD" clId="Web-{2B1D2B40-1F32-D2E1-EB87-AF24AD56C97D}" dt="2026-06-22T06:50:03.380" v="35" actId="1076"/>
          <ac:spMkLst>
            <pc:docMk/>
            <pc:sldMk cId="2133274159" sldId="617"/>
            <ac:spMk id="11" creationId="{2EA8E9CA-41DA-A0BB-6053-A537BF88B3DE}"/>
          </ac:spMkLst>
        </pc:spChg>
        <pc:picChg chg="add mod">
          <ac:chgData name="Cecily Wang" userId="S::wangjune@microsoft.com::95786509-2c3e-4584-bd64-f81676381521" providerId="AD" clId="Web-{2B1D2B40-1F32-D2E1-EB87-AF24AD56C97D}" dt="2026-06-22T08:44:47.204" v="55" actId="1076"/>
          <ac:picMkLst>
            <pc:docMk/>
            <pc:sldMk cId="2133274159" sldId="617"/>
            <ac:picMk id="2" creationId="{67540C4E-140B-558D-D991-BF59AEC92BFD}"/>
          </ac:picMkLst>
        </pc:picChg>
      </pc:sldChg>
    </pc:docChg>
  </pc:docChgLst>
  <pc:docChgLst>
    <pc:chgData name="Sophia Chen" userId="9247510d-a28a-49e2-a858-7c0bfb734911" providerId="ADAL" clId="{5F45DC5F-AA9E-4DB7-9AFF-57A4550C7DC2}"/>
    <pc:docChg chg="undo custSel addSld delSld modSld sldOrd modMainMaster">
      <pc:chgData name="Sophia Chen" userId="9247510d-a28a-49e2-a858-7c0bfb734911" providerId="ADAL" clId="{5F45DC5F-AA9E-4DB7-9AFF-57A4550C7DC2}" dt="2026-06-22T03:40:15.870" v="2732" actId="20577"/>
      <pc:docMkLst>
        <pc:docMk/>
      </pc:docMkLst>
      <pc:sldChg chg="modSp mod">
        <pc:chgData name="Sophia Chen" userId="9247510d-a28a-49e2-a858-7c0bfb734911" providerId="ADAL" clId="{5F45DC5F-AA9E-4DB7-9AFF-57A4550C7DC2}" dt="2026-06-22T03:36:29.295" v="2551" actId="20577"/>
        <pc:sldMkLst>
          <pc:docMk/>
          <pc:sldMk cId="0" sldId="286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286"/>
            <ac:spMk id="2" creationId="{00000000-0000-0000-0000-000000000000}"/>
          </ac:spMkLst>
        </pc:spChg>
        <pc:spChg chg="mod">
          <ac:chgData name="Sophia Chen" userId="9247510d-a28a-49e2-a858-7c0bfb734911" providerId="ADAL" clId="{5F45DC5F-AA9E-4DB7-9AFF-57A4550C7DC2}" dt="2026-06-22T03:36:29.295" v="2551" actId="20577"/>
          <ac:spMkLst>
            <pc:docMk/>
            <pc:sldMk cId="0" sldId="286"/>
            <ac:spMk id="3" creationId="{00000000-0000-0000-0000-000000000000}"/>
          </ac:spMkLst>
        </pc:spChg>
      </pc:sldChg>
      <pc:sldChg chg="modSp">
        <pc:chgData name="Sophia Chen" userId="9247510d-a28a-49e2-a858-7c0bfb734911" providerId="ADAL" clId="{5F45DC5F-AA9E-4DB7-9AFF-57A4550C7DC2}" dt="2026-06-08T05:43:14.646" v="2454"/>
        <pc:sldMkLst>
          <pc:docMk/>
          <pc:sldMk cId="0" sldId="368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368"/>
            <ac:spMk id="3" creationId="{00000000-0000-0000-0000-000000000000}"/>
          </ac:spMkLst>
        </pc:spChg>
      </pc:sldChg>
      <pc:sldChg chg="modSp mod">
        <pc:chgData name="Sophia Chen" userId="9247510d-a28a-49e2-a858-7c0bfb734911" providerId="ADAL" clId="{5F45DC5F-AA9E-4DB7-9AFF-57A4550C7DC2}" dt="2026-06-08T05:43:14.646" v="2454"/>
        <pc:sldMkLst>
          <pc:docMk/>
          <pc:sldMk cId="0" sldId="406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06"/>
            <ac:spMk id="5" creationId="{00000000-0000-0000-0000-000000000000}"/>
          </ac:spMkLst>
        </pc:spChg>
      </pc:sldChg>
      <pc:sldChg chg="modSp mod">
        <pc:chgData name="Sophia Chen" userId="9247510d-a28a-49e2-a858-7c0bfb734911" providerId="ADAL" clId="{5F45DC5F-AA9E-4DB7-9AFF-57A4550C7DC2}" dt="2026-06-08T05:43:14.646" v="2454"/>
        <pc:sldMkLst>
          <pc:docMk/>
          <pc:sldMk cId="0" sldId="408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08"/>
            <ac:spMk id="5" creationId="{00000000-0000-0000-0000-000000000000}"/>
          </ac:spMkLst>
        </pc:spChg>
      </pc:sldChg>
      <pc:sldChg chg="modSp mod">
        <pc:chgData name="Sophia Chen" userId="9247510d-a28a-49e2-a858-7c0bfb734911" providerId="ADAL" clId="{5F45DC5F-AA9E-4DB7-9AFF-57A4550C7DC2}" dt="2026-06-08T05:43:14.646" v="2454"/>
        <pc:sldMkLst>
          <pc:docMk/>
          <pc:sldMk cId="0" sldId="460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60"/>
            <ac:spMk id="3" creationId="{00000000-0000-0000-0000-000000000000}"/>
          </ac:spMkLst>
        </pc:spChg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60"/>
            <ac:spMk id="25" creationId="{00000000-0000-0000-0000-000000000000}"/>
          </ac:spMkLst>
        </pc:spChg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60"/>
            <ac:spMk id="28" creationId="{00000000-0000-0000-0000-000000000000}"/>
          </ac:spMkLst>
        </pc:spChg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60"/>
            <ac:spMk id="31" creationId="{00000000-0000-0000-0000-000000000000}"/>
          </ac:spMkLst>
        </pc:spChg>
        <pc:picChg chg="mod">
          <ac:chgData name="Sophia Chen" userId="9247510d-a28a-49e2-a858-7c0bfb734911" providerId="ADAL" clId="{5F45DC5F-AA9E-4DB7-9AFF-57A4550C7DC2}" dt="2026-06-08T05:43:14.646" v="2454"/>
          <ac:picMkLst>
            <pc:docMk/>
            <pc:sldMk cId="0" sldId="460"/>
            <ac:picMk id="34" creationId="{00000000-0000-0000-0000-000000000000}"/>
          </ac:picMkLst>
        </pc:picChg>
        <pc:picChg chg="mod">
          <ac:chgData name="Sophia Chen" userId="9247510d-a28a-49e2-a858-7c0bfb734911" providerId="ADAL" clId="{5F45DC5F-AA9E-4DB7-9AFF-57A4550C7DC2}" dt="2026-06-08T05:43:14.646" v="2454"/>
          <ac:picMkLst>
            <pc:docMk/>
            <pc:sldMk cId="0" sldId="460"/>
            <ac:picMk id="36" creationId="{00000000-0000-0000-0000-000000000000}"/>
          </ac:picMkLst>
        </pc:picChg>
        <pc:picChg chg="mod">
          <ac:chgData name="Sophia Chen" userId="9247510d-a28a-49e2-a858-7c0bfb734911" providerId="ADAL" clId="{5F45DC5F-AA9E-4DB7-9AFF-57A4550C7DC2}" dt="2026-06-08T05:43:14.646" v="2454"/>
          <ac:picMkLst>
            <pc:docMk/>
            <pc:sldMk cId="0" sldId="460"/>
            <ac:picMk id="38" creationId="{00000000-0000-0000-0000-000000000000}"/>
          </ac:picMkLst>
        </pc:picChg>
      </pc:sldChg>
      <pc:sldChg chg="modSp">
        <pc:chgData name="Sophia Chen" userId="9247510d-a28a-49e2-a858-7c0bfb734911" providerId="ADAL" clId="{5F45DC5F-AA9E-4DB7-9AFF-57A4550C7DC2}" dt="2026-06-08T05:43:14.646" v="2454"/>
        <pc:sldMkLst>
          <pc:docMk/>
          <pc:sldMk cId="0" sldId="461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61"/>
            <ac:spMk id="3" creationId="{00000000-0000-0000-0000-000000000000}"/>
          </ac:spMkLst>
        </pc:spChg>
      </pc:sldChg>
      <pc:sldChg chg="modSp">
        <pc:chgData name="Sophia Chen" userId="9247510d-a28a-49e2-a858-7c0bfb734911" providerId="ADAL" clId="{5F45DC5F-AA9E-4DB7-9AFF-57A4550C7DC2}" dt="2026-06-08T05:43:14.646" v="2454"/>
        <pc:sldMkLst>
          <pc:docMk/>
          <pc:sldMk cId="2782192000" sldId="468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2782192000" sldId="468"/>
            <ac:spMk id="3" creationId="{00000000-0000-0000-0000-000000000000}"/>
          </ac:spMkLst>
        </pc:spChg>
      </pc:sldChg>
      <pc:sldChg chg="modSp mod">
        <pc:chgData name="Sophia Chen" userId="9247510d-a28a-49e2-a858-7c0bfb734911" providerId="ADAL" clId="{5F45DC5F-AA9E-4DB7-9AFF-57A4550C7DC2}" dt="2026-06-08T05:43:14.646" v="2454"/>
        <pc:sldMkLst>
          <pc:docMk/>
          <pc:sldMk cId="0" sldId="474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74"/>
            <ac:spMk id="2" creationId="{00000000-0000-0000-0000-000000000000}"/>
          </ac:spMkLst>
        </pc:spChg>
      </pc:sldChg>
      <pc:sldChg chg="modSp mod">
        <pc:chgData name="Sophia Chen" userId="9247510d-a28a-49e2-a858-7c0bfb734911" providerId="ADAL" clId="{5F45DC5F-AA9E-4DB7-9AFF-57A4550C7DC2}" dt="2026-06-08T05:43:14.646" v="2454"/>
        <pc:sldMkLst>
          <pc:docMk/>
          <pc:sldMk cId="0" sldId="476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0" sldId="476"/>
            <ac:spMk id="2" creationId="{00000000-0000-0000-0000-000000000000}"/>
          </ac:spMkLst>
        </pc:spChg>
      </pc:sldChg>
      <pc:sldChg chg="modSp mod">
        <pc:chgData name="Sophia Chen" userId="9247510d-a28a-49e2-a858-7c0bfb734911" providerId="ADAL" clId="{5F45DC5F-AA9E-4DB7-9AFF-57A4550C7DC2}" dt="2026-06-22T03:38:30.274" v="2619" actId="6549"/>
        <pc:sldMkLst>
          <pc:docMk/>
          <pc:sldMk cId="3017421766" sldId="503"/>
        </pc:sldMkLst>
        <pc:spChg chg="mod">
          <ac:chgData name="Sophia Chen" userId="9247510d-a28a-49e2-a858-7c0bfb734911" providerId="ADAL" clId="{5F45DC5F-AA9E-4DB7-9AFF-57A4550C7DC2}" dt="2026-06-22T03:38:30.274" v="2619" actId="6549"/>
          <ac:spMkLst>
            <pc:docMk/>
            <pc:sldMk cId="3017421766" sldId="503"/>
            <ac:spMk id="3" creationId="{D7466DB3-ECDD-7570-258A-D45DFF01D5C8}"/>
          </ac:spMkLst>
        </pc:spChg>
      </pc:sldChg>
      <pc:sldChg chg="modSp">
        <pc:chgData name="Sophia Chen" userId="9247510d-a28a-49e2-a858-7c0bfb734911" providerId="ADAL" clId="{5F45DC5F-AA9E-4DB7-9AFF-57A4550C7DC2}" dt="2026-06-08T05:43:14.646" v="2454"/>
        <pc:sldMkLst>
          <pc:docMk/>
          <pc:sldMk cId="2954575332" sldId="559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2954575332" sldId="559"/>
            <ac:spMk id="3" creationId="{00000000-0000-0000-0000-000000000000}"/>
          </ac:spMkLst>
        </pc:spChg>
      </pc:sldChg>
      <pc:sldChg chg="modSp mod">
        <pc:chgData name="Sophia Chen" userId="9247510d-a28a-49e2-a858-7c0bfb734911" providerId="ADAL" clId="{5F45DC5F-AA9E-4DB7-9AFF-57A4550C7DC2}" dt="2026-06-08T05:43:14.646" v="2454"/>
        <pc:sldMkLst>
          <pc:docMk/>
          <pc:sldMk cId="4142816016" sldId="579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4142816016" sldId="579"/>
            <ac:spMk id="2" creationId="{00000000-0000-0000-0000-000000000000}"/>
          </ac:spMkLst>
        </pc:spChg>
      </pc:sldChg>
      <pc:sldChg chg="modSp mod">
        <pc:chgData name="Sophia Chen" userId="9247510d-a28a-49e2-a858-7c0bfb734911" providerId="ADAL" clId="{5F45DC5F-AA9E-4DB7-9AFF-57A4550C7DC2}" dt="2026-06-08T01:53:32.554" v="2160" actId="20577"/>
        <pc:sldMkLst>
          <pc:docMk/>
          <pc:sldMk cId="3163087471" sldId="586"/>
        </pc:sldMkLst>
        <pc:spChg chg="mod">
          <ac:chgData name="Sophia Chen" userId="9247510d-a28a-49e2-a858-7c0bfb734911" providerId="ADAL" clId="{5F45DC5F-AA9E-4DB7-9AFF-57A4550C7DC2}" dt="2026-06-08T01:53:32.554" v="2160" actId="20577"/>
          <ac:spMkLst>
            <pc:docMk/>
            <pc:sldMk cId="3163087471" sldId="586"/>
            <ac:spMk id="3" creationId="{BF254DFE-1D81-A334-B3AB-A2AE43D22F8B}"/>
          </ac:spMkLst>
        </pc:spChg>
      </pc:sldChg>
      <pc:sldChg chg="modSp mod">
        <pc:chgData name="Sophia Chen" userId="9247510d-a28a-49e2-a858-7c0bfb734911" providerId="ADAL" clId="{5F45DC5F-AA9E-4DB7-9AFF-57A4550C7DC2}" dt="2026-06-22T03:39:50.558" v="2703" actId="1076"/>
        <pc:sldMkLst>
          <pc:docMk/>
          <pc:sldMk cId="2844421708" sldId="594"/>
        </pc:sldMkLst>
        <pc:spChg chg="mod">
          <ac:chgData name="Sophia Chen" userId="9247510d-a28a-49e2-a858-7c0bfb734911" providerId="ADAL" clId="{5F45DC5F-AA9E-4DB7-9AFF-57A4550C7DC2}" dt="2026-06-22T03:39:50.558" v="2703" actId="1076"/>
          <ac:spMkLst>
            <pc:docMk/>
            <pc:sldMk cId="2844421708" sldId="594"/>
            <ac:spMk id="3" creationId="{0A616B36-983B-A01C-E1BA-F077901084E8}"/>
          </ac:spMkLst>
        </pc:spChg>
      </pc:sldChg>
      <pc:sldChg chg="modSp mod">
        <pc:chgData name="Sophia Chen" userId="9247510d-a28a-49e2-a858-7c0bfb734911" providerId="ADAL" clId="{5F45DC5F-AA9E-4DB7-9AFF-57A4550C7DC2}" dt="2026-06-22T03:40:10.140" v="2721" actId="20577"/>
        <pc:sldMkLst>
          <pc:docMk/>
          <pc:sldMk cId="1380766011" sldId="595"/>
        </pc:sldMkLst>
        <pc:spChg chg="mod">
          <ac:chgData name="Sophia Chen" userId="9247510d-a28a-49e2-a858-7c0bfb734911" providerId="ADAL" clId="{5F45DC5F-AA9E-4DB7-9AFF-57A4550C7DC2}" dt="2026-06-22T03:40:10.140" v="2721" actId="20577"/>
          <ac:spMkLst>
            <pc:docMk/>
            <pc:sldMk cId="1380766011" sldId="595"/>
            <ac:spMk id="3" creationId="{318582E3-7BDD-6859-98F0-4D819FEA2CAA}"/>
          </ac:spMkLst>
        </pc:spChg>
      </pc:sldChg>
      <pc:sldChg chg="modSp mod">
        <pc:chgData name="Sophia Chen" userId="9247510d-a28a-49e2-a858-7c0bfb734911" providerId="ADAL" clId="{5F45DC5F-AA9E-4DB7-9AFF-57A4550C7DC2}" dt="2026-06-08T05:43:14.646" v="2454"/>
        <pc:sldMkLst>
          <pc:docMk/>
          <pc:sldMk cId="3516207792" sldId="599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3516207792" sldId="599"/>
            <ac:spMk id="3" creationId="{367D4FB7-6097-6C1C-03A1-AFA565FB3A8E}"/>
          </ac:spMkLst>
        </pc:spChg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3516207792" sldId="599"/>
            <ac:spMk id="6" creationId="{3EB17594-E27B-0778-9A9D-61E5DA5AC98A}"/>
          </ac:spMkLst>
        </pc:spChg>
      </pc:sldChg>
      <pc:sldChg chg="modSp mod">
        <pc:chgData name="Sophia Chen" userId="9247510d-a28a-49e2-a858-7c0bfb734911" providerId="ADAL" clId="{5F45DC5F-AA9E-4DB7-9AFF-57A4550C7DC2}" dt="2026-06-22T03:40:15.870" v="2732" actId="20577"/>
        <pc:sldMkLst>
          <pc:docMk/>
          <pc:sldMk cId="91745221" sldId="603"/>
        </pc:sldMkLst>
        <pc:spChg chg="mod">
          <ac:chgData name="Sophia Chen" userId="9247510d-a28a-49e2-a858-7c0bfb734911" providerId="ADAL" clId="{5F45DC5F-AA9E-4DB7-9AFF-57A4550C7DC2}" dt="2026-06-22T03:40:15.870" v="2732" actId="20577"/>
          <ac:spMkLst>
            <pc:docMk/>
            <pc:sldMk cId="91745221" sldId="603"/>
            <ac:spMk id="3" creationId="{6EB00FD1-C5BF-519E-E872-6B82DE364017}"/>
          </ac:spMkLst>
        </pc:spChg>
      </pc:sldChg>
      <pc:sldChg chg="modSp mod ord">
        <pc:chgData name="Sophia Chen" userId="9247510d-a28a-49e2-a858-7c0bfb734911" providerId="ADAL" clId="{5F45DC5F-AA9E-4DB7-9AFF-57A4550C7DC2}" dt="2026-06-22T03:37:43.006" v="2575" actId="20577"/>
        <pc:sldMkLst>
          <pc:docMk/>
          <pc:sldMk cId="455260044" sldId="614"/>
        </pc:sldMkLst>
        <pc:spChg chg="mod">
          <ac:chgData name="Sophia Chen" userId="9247510d-a28a-49e2-a858-7c0bfb734911" providerId="ADAL" clId="{5F45DC5F-AA9E-4DB7-9AFF-57A4550C7DC2}" dt="2026-06-22T03:37:43.006" v="2575" actId="20577"/>
          <ac:spMkLst>
            <pc:docMk/>
            <pc:sldMk cId="455260044" sldId="614"/>
            <ac:spMk id="3" creationId="{5C1E190B-14DB-4139-6946-3361BE526744}"/>
          </ac:spMkLst>
        </pc:spChg>
      </pc:sldChg>
      <pc:sldChg chg="modSp">
        <pc:chgData name="Sophia Chen" userId="9247510d-a28a-49e2-a858-7c0bfb734911" providerId="ADAL" clId="{5F45DC5F-AA9E-4DB7-9AFF-57A4550C7DC2}" dt="2026-06-08T05:43:14.646" v="2454"/>
        <pc:sldMkLst>
          <pc:docMk/>
          <pc:sldMk cId="709564257" sldId="616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709564257" sldId="616"/>
            <ac:spMk id="3" creationId="{367D4FB7-6097-6C1C-03A1-AFA565FB3A8E}"/>
          </ac:spMkLst>
        </pc:spChg>
      </pc:sldChg>
      <pc:sldChg chg="addSp modSp mod">
        <pc:chgData name="Sophia Chen" userId="9247510d-a28a-49e2-a858-7c0bfb734911" providerId="ADAL" clId="{5F45DC5F-AA9E-4DB7-9AFF-57A4550C7DC2}" dt="2026-06-22T03:37:31.845" v="2564" actId="20577"/>
        <pc:sldMkLst>
          <pc:docMk/>
          <pc:sldMk cId="2133274159" sldId="617"/>
        </pc:sldMkLst>
        <pc:spChg chg="mod">
          <ac:chgData name="Sophia Chen" userId="9247510d-a28a-49e2-a858-7c0bfb734911" providerId="ADAL" clId="{5F45DC5F-AA9E-4DB7-9AFF-57A4550C7DC2}" dt="2026-06-08T05:43:14.646" v="2454"/>
          <ac:spMkLst>
            <pc:docMk/>
            <pc:sldMk cId="2133274159" sldId="617"/>
            <ac:spMk id="3" creationId="{B1571B29-6885-27CE-4536-A852251715B1}"/>
          </ac:spMkLst>
        </pc:spChg>
        <pc:spChg chg="mod">
          <ac:chgData name="Sophia Chen" userId="9247510d-a28a-49e2-a858-7c0bfb734911" providerId="ADAL" clId="{5F45DC5F-AA9E-4DB7-9AFF-57A4550C7DC2}" dt="2026-06-08T01:52:12.145" v="2117" actId="20577"/>
          <ac:spMkLst>
            <pc:docMk/>
            <pc:sldMk cId="2133274159" sldId="617"/>
            <ac:spMk id="7" creationId="{79B94991-E2FC-E5C2-E6AE-0043DB479ED2}"/>
          </ac:spMkLst>
        </pc:spChg>
        <pc:spChg chg="mod">
          <ac:chgData name="Sophia Chen" userId="9247510d-a28a-49e2-a858-7c0bfb734911" providerId="ADAL" clId="{5F45DC5F-AA9E-4DB7-9AFF-57A4550C7DC2}" dt="2026-06-22T03:37:31.845" v="2564" actId="20577"/>
          <ac:spMkLst>
            <pc:docMk/>
            <pc:sldMk cId="2133274159" sldId="617"/>
            <ac:spMk id="8" creationId="{DC33D302-259A-20B4-F180-88B4E0DD81F7}"/>
          </ac:spMkLst>
        </pc:spChg>
        <pc:spChg chg="mod">
          <ac:chgData name="Sophia Chen" userId="9247510d-a28a-49e2-a858-7c0bfb734911" providerId="ADAL" clId="{5F45DC5F-AA9E-4DB7-9AFF-57A4550C7DC2}" dt="2026-06-22T03:37:23.605" v="2558" actId="20577"/>
          <ac:spMkLst>
            <pc:docMk/>
            <pc:sldMk cId="2133274159" sldId="617"/>
            <ac:spMk id="9" creationId="{70B201B8-D1C5-79BB-F50D-CDE3E4867188}"/>
          </ac:spMkLst>
        </pc:spChg>
      </pc:sldChg>
      <pc:sldChg chg="modSp add del mod modShow">
        <pc:chgData name="Sophia Chen" userId="9247510d-a28a-49e2-a858-7c0bfb734911" providerId="ADAL" clId="{5F45DC5F-AA9E-4DB7-9AFF-57A4550C7DC2}" dt="2026-06-22T03:37:56.217" v="2594" actId="20577"/>
        <pc:sldMkLst>
          <pc:docMk/>
          <pc:sldMk cId="1426910685" sldId="620"/>
        </pc:sldMkLst>
        <pc:spChg chg="mod">
          <ac:chgData name="Sophia Chen" userId="9247510d-a28a-49e2-a858-7c0bfb734911" providerId="ADAL" clId="{5F45DC5F-AA9E-4DB7-9AFF-57A4550C7DC2}" dt="2026-06-22T03:37:56.217" v="2594" actId="20577"/>
          <ac:spMkLst>
            <pc:docMk/>
            <pc:sldMk cId="1426910685" sldId="620"/>
            <ac:spMk id="3" creationId="{15C65269-6E07-0DAB-3C67-67012B758D21}"/>
          </ac:spMkLst>
        </pc:spChg>
      </pc:sldChg>
      <pc:sldChg chg="modSp add mod modShow">
        <pc:chgData name="Sophia Chen" userId="9247510d-a28a-49e2-a858-7c0bfb734911" providerId="ADAL" clId="{5F45DC5F-AA9E-4DB7-9AFF-57A4550C7DC2}" dt="2026-06-22T03:39:13.628" v="2648" actId="6549"/>
        <pc:sldMkLst>
          <pc:docMk/>
          <pc:sldMk cId="2163822947" sldId="622"/>
        </pc:sldMkLst>
        <pc:spChg chg="mod">
          <ac:chgData name="Sophia Chen" userId="9247510d-a28a-49e2-a858-7c0bfb734911" providerId="ADAL" clId="{5F45DC5F-AA9E-4DB7-9AFF-57A4550C7DC2}" dt="2026-06-22T03:39:13.628" v="2648" actId="6549"/>
          <ac:spMkLst>
            <pc:docMk/>
            <pc:sldMk cId="2163822947" sldId="622"/>
            <ac:spMk id="3" creationId="{336BEB2D-20FD-9AFD-9FAA-D44B85FD03AB}"/>
          </ac:spMkLst>
        </pc:spChg>
      </pc:sldChg>
      <pc:sldChg chg="mod modShow">
        <pc:chgData name="Sophia Chen" userId="9247510d-a28a-49e2-a858-7c0bfb734911" providerId="ADAL" clId="{5F45DC5F-AA9E-4DB7-9AFF-57A4550C7DC2}" dt="2026-06-22T03:38:55.587" v="2624" actId="34476"/>
        <pc:sldMkLst>
          <pc:docMk/>
          <pc:sldMk cId="73802343" sldId="625"/>
        </pc:sldMkLst>
      </pc:sldChg>
      <pc:sldChg chg="modSp add mod">
        <pc:chgData name="Sophia Chen" userId="9247510d-a28a-49e2-a858-7c0bfb734911" providerId="ADAL" clId="{5F45DC5F-AA9E-4DB7-9AFF-57A4550C7DC2}" dt="2026-06-22T03:37:51.151" v="2586" actId="20577"/>
        <pc:sldMkLst>
          <pc:docMk/>
          <pc:sldMk cId="789549534" sldId="626"/>
        </pc:sldMkLst>
        <pc:spChg chg="mod">
          <ac:chgData name="Sophia Chen" userId="9247510d-a28a-49e2-a858-7c0bfb734911" providerId="ADAL" clId="{5F45DC5F-AA9E-4DB7-9AFF-57A4550C7DC2}" dt="2026-06-22T03:37:51.151" v="2586" actId="20577"/>
          <ac:spMkLst>
            <pc:docMk/>
            <pc:sldMk cId="789549534" sldId="626"/>
            <ac:spMk id="3" creationId="{BF8165EC-F03C-12AA-2599-2B04B567AE1B}"/>
          </ac:spMkLst>
        </pc:spChg>
      </pc:sldChg>
      <pc:sldChg chg="modSp add mod modShow">
        <pc:chgData name="Sophia Chen" userId="9247510d-a28a-49e2-a858-7c0bfb734911" providerId="ADAL" clId="{5F45DC5F-AA9E-4DB7-9AFF-57A4550C7DC2}" dt="2026-06-22T03:40:05.360" v="2713" actId="20577"/>
        <pc:sldMkLst>
          <pc:docMk/>
          <pc:sldMk cId="2992903190" sldId="627"/>
        </pc:sldMkLst>
        <pc:spChg chg="mod">
          <ac:chgData name="Sophia Chen" userId="9247510d-a28a-49e2-a858-7c0bfb734911" providerId="ADAL" clId="{5F45DC5F-AA9E-4DB7-9AFF-57A4550C7DC2}" dt="2026-06-22T03:40:05.360" v="2713" actId="20577"/>
          <ac:spMkLst>
            <pc:docMk/>
            <pc:sldMk cId="2992903190" sldId="627"/>
            <ac:spMk id="3" creationId="{203421DA-8B01-CF28-5709-730B03173319}"/>
          </ac:spMkLst>
        </pc:spChg>
      </pc:sldChg>
      <pc:sldChg chg="modSp add mod">
        <pc:chgData name="Sophia Chen" userId="9247510d-a28a-49e2-a858-7c0bfb734911" providerId="ADAL" clId="{5F45DC5F-AA9E-4DB7-9AFF-57A4550C7DC2}" dt="2026-06-08T01:54:14.796" v="2223" actId="6549"/>
        <pc:sldMkLst>
          <pc:docMk/>
          <pc:sldMk cId="3885037656" sldId="636"/>
        </pc:sldMkLst>
        <pc:spChg chg="mod">
          <ac:chgData name="Sophia Chen" userId="9247510d-a28a-49e2-a858-7c0bfb734911" providerId="ADAL" clId="{5F45DC5F-AA9E-4DB7-9AFF-57A4550C7DC2}" dt="2026-06-08T01:54:14.796" v="2223" actId="6549"/>
          <ac:spMkLst>
            <pc:docMk/>
            <pc:sldMk cId="3885037656" sldId="636"/>
            <ac:spMk id="3" creationId="{C646C090-C27C-72F4-FBDE-99345DB11BAA}"/>
          </ac:spMkLst>
        </pc:spChg>
      </pc:sldChg>
    </pc:docChg>
  </pc:docChgLst>
  <pc:docChgLst>
    <pc:chgData name="Cecily Wang" userId="S::wangjune@microsoft.com::95786509-2c3e-4584-bd64-f81676381521" providerId="AD" clId="Web-{62B4AF28-DBAA-10AC-FE8F-62D7824127D1}"/>
    <pc:docChg chg="modSld sldOrd">
      <pc:chgData name="Cecily Wang" userId="S::wangjune@microsoft.com::95786509-2c3e-4584-bd64-f81676381521" providerId="AD" clId="Web-{62B4AF28-DBAA-10AC-FE8F-62D7824127D1}" dt="2026-07-06T03:48:54.220" v="39"/>
      <pc:docMkLst>
        <pc:docMk/>
      </pc:docMkLst>
      <pc:sldChg chg="ord">
        <pc:chgData name="Cecily Wang" userId="S::wangjune@microsoft.com::95786509-2c3e-4584-bd64-f81676381521" providerId="AD" clId="Web-{62B4AF28-DBAA-10AC-FE8F-62D7824127D1}" dt="2026-07-06T03:48:54.220" v="39"/>
        <pc:sldMkLst>
          <pc:docMk/>
          <pc:sldMk cId="3519088181" sldId="499"/>
        </pc:sldMkLst>
      </pc:sldChg>
      <pc:sldChg chg="addSp delSp modSp">
        <pc:chgData name="Cecily Wang" userId="S::wangjune@microsoft.com::95786509-2c3e-4584-bd64-f81676381521" providerId="AD" clId="Web-{62B4AF28-DBAA-10AC-FE8F-62D7824127D1}" dt="2026-07-06T03:47:41.565" v="38" actId="20577"/>
        <pc:sldMkLst>
          <pc:docMk/>
          <pc:sldMk cId="2954575332" sldId="559"/>
        </pc:sldMkLst>
        <pc:spChg chg="add mod">
          <ac:chgData name="Cecily Wang" userId="S::wangjune@microsoft.com::95786509-2c3e-4584-bd64-f81676381521" providerId="AD" clId="Web-{62B4AF28-DBAA-10AC-FE8F-62D7824127D1}" dt="2026-07-06T03:43:22.269" v="33" actId="20577"/>
          <ac:spMkLst>
            <pc:docMk/>
            <pc:sldMk cId="2954575332" sldId="559"/>
            <ac:spMk id="2" creationId="{AA6C249F-91ED-3166-65C0-4A42C7BFA843}"/>
          </ac:spMkLst>
        </pc:spChg>
        <pc:spChg chg="add mod">
          <ac:chgData name="Cecily Wang" userId="S::wangjune@microsoft.com::95786509-2c3e-4584-bd64-f81676381521" providerId="AD" clId="Web-{62B4AF28-DBAA-10AC-FE8F-62D7824127D1}" dt="2026-07-06T03:41:26.738" v="12" actId="20577"/>
          <ac:spMkLst>
            <pc:docMk/>
            <pc:sldMk cId="2954575332" sldId="559"/>
            <ac:spMk id="5" creationId="{3D55479B-8A99-AAAA-C585-A25C88955E1D}"/>
          </ac:spMkLst>
        </pc:spChg>
        <pc:spChg chg="add mod">
          <ac:chgData name="Cecily Wang" userId="S::wangjune@microsoft.com::95786509-2c3e-4584-bd64-f81676381521" providerId="AD" clId="Web-{62B4AF28-DBAA-10AC-FE8F-62D7824127D1}" dt="2026-07-06T03:47:41.565" v="38" actId="20577"/>
          <ac:spMkLst>
            <pc:docMk/>
            <pc:sldMk cId="2954575332" sldId="559"/>
            <ac:spMk id="6" creationId="{57A8C064-851D-13E8-0207-15E38F9DFC48}"/>
          </ac:spMkLst>
        </pc:spChg>
        <pc:spChg chg="add mod">
          <ac:chgData name="Cecily Wang" userId="S::wangjune@microsoft.com::95786509-2c3e-4584-bd64-f81676381521" providerId="AD" clId="Web-{62B4AF28-DBAA-10AC-FE8F-62D7824127D1}" dt="2026-07-06T03:41:53.832" v="19" actId="20577"/>
          <ac:spMkLst>
            <pc:docMk/>
            <pc:sldMk cId="2954575332" sldId="559"/>
            <ac:spMk id="7" creationId="{D5060D17-CF9D-5310-A8AE-1DE3AB57D84E}"/>
          </ac:spMkLst>
        </pc:spChg>
        <pc:spChg chg="add mod">
          <ac:chgData name="Cecily Wang" userId="S::wangjune@microsoft.com::95786509-2c3e-4584-bd64-f81676381521" providerId="AD" clId="Web-{62B4AF28-DBAA-10AC-FE8F-62D7824127D1}" dt="2026-07-06T03:43:42.722" v="36" actId="20577"/>
          <ac:spMkLst>
            <pc:docMk/>
            <pc:sldMk cId="2954575332" sldId="559"/>
            <ac:spMk id="8" creationId="{078D5B1F-69BF-B410-40F7-4CF31B57D875}"/>
          </ac:spMkLst>
        </pc:spChg>
        <pc:picChg chg="add del mod">
          <ac:chgData name="Cecily Wang" userId="S::wangjune@microsoft.com::95786509-2c3e-4584-bd64-f81676381521" providerId="AD" clId="Web-{62B4AF28-DBAA-10AC-FE8F-62D7824127D1}" dt="2026-07-06T03:41:07.582" v="6"/>
          <ac:picMkLst>
            <pc:docMk/>
            <pc:sldMk cId="2954575332" sldId="559"/>
            <ac:picMk id="4" creationId="{8A2E3748-2F26-8778-79BC-D659E20B7104}"/>
          </ac:picMkLst>
        </pc:picChg>
        <pc:picChg chg="mod">
          <ac:chgData name="Cecily Wang" userId="S::wangjune@microsoft.com::95786509-2c3e-4584-bd64-f81676381521" providerId="AD" clId="Web-{62B4AF28-DBAA-10AC-FE8F-62D7824127D1}" dt="2026-07-06T03:43:16.207" v="30" actId="1076"/>
          <ac:picMkLst>
            <pc:docMk/>
            <pc:sldMk cId="2954575332" sldId="559"/>
            <ac:picMk id="1026" creationId="{77B8F5DF-A9A9-4523-EAC7-ED9F48AB4F6F}"/>
          </ac:picMkLst>
        </pc:picChg>
      </pc:sldChg>
    </pc:docChg>
  </pc:docChgLst>
  <pc:docChgLst>
    <pc:chgData name="Chao Chen" userId="S::chachen@microsoft.com::82ace99e-2761-4100-8736-8e926bec96ce" providerId="AD" clId="Web-{CCD5FC77-0C89-3C3C-C691-DC169CA9B535}"/>
    <pc:docChg chg="modSld">
      <pc:chgData name="Chao Chen" userId="S::chachen@microsoft.com::82ace99e-2761-4100-8736-8e926bec96ce" providerId="AD" clId="Web-{CCD5FC77-0C89-3C3C-C691-DC169CA9B535}" dt="2026-07-06T09:39:14.055" v="17" actId="20577"/>
      <pc:docMkLst>
        <pc:docMk/>
      </pc:docMkLst>
      <pc:sldChg chg="addSp delSp modSp">
        <pc:chgData name="Chao Chen" userId="S::chachen@microsoft.com::82ace99e-2761-4100-8736-8e926bec96ce" providerId="AD" clId="Web-{CCD5FC77-0C89-3C3C-C691-DC169CA9B535}" dt="2026-07-06T09:39:14.055" v="17" actId="20577"/>
        <pc:sldMkLst>
          <pc:docMk/>
          <pc:sldMk cId="1651189762" sldId="584"/>
        </pc:sldMkLst>
        <pc:spChg chg="mod">
          <ac:chgData name="Chao Chen" userId="S::chachen@microsoft.com::82ace99e-2761-4100-8736-8e926bec96ce" providerId="AD" clId="Web-{CCD5FC77-0C89-3C3C-C691-DC169CA9B535}" dt="2026-07-06T09:39:14.055" v="17" actId="20577"/>
          <ac:spMkLst>
            <pc:docMk/>
            <pc:sldMk cId="1651189762" sldId="584"/>
            <ac:spMk id="6" creationId="{C0227864-A5A3-8DA5-B4D7-6A496C1D368C}"/>
          </ac:spMkLst>
        </pc:spChg>
        <pc:picChg chg="del">
          <ac:chgData name="Chao Chen" userId="S::chachen@microsoft.com::82ace99e-2761-4100-8736-8e926bec96ce" providerId="AD" clId="Web-{CCD5FC77-0C89-3C3C-C691-DC169CA9B535}" dt="2026-07-06T09:39:05.024" v="12"/>
          <ac:picMkLst>
            <pc:docMk/>
            <pc:sldMk cId="1651189762" sldId="584"/>
            <ac:picMk id="3" creationId="{9D36F44A-E597-03F6-E51F-76B7482DF8EE}"/>
          </ac:picMkLst>
        </pc:picChg>
        <pc:picChg chg="add mod">
          <ac:chgData name="Chao Chen" userId="S::chachen@microsoft.com::82ace99e-2761-4100-8736-8e926bec96ce" providerId="AD" clId="Web-{CCD5FC77-0C89-3C3C-C691-DC169CA9B535}" dt="2026-07-06T09:39:09.914" v="13" actId="1076"/>
          <ac:picMkLst>
            <pc:docMk/>
            <pc:sldMk cId="1651189762" sldId="584"/>
            <ac:picMk id="7" creationId="{B79F8C18-A6FA-4A4C-D256-7F729B48CFEB}"/>
          </ac:picMkLst>
        </pc:picChg>
      </pc:sldChg>
      <pc:sldChg chg="addSp delSp modSp">
        <pc:chgData name="Chao Chen" userId="S::chachen@microsoft.com::82ace99e-2761-4100-8736-8e926bec96ce" providerId="AD" clId="Web-{CCD5FC77-0C89-3C3C-C691-DC169CA9B535}" dt="2026-07-06T09:37:42.427" v="7" actId="1076"/>
        <pc:sldMkLst>
          <pc:docMk/>
          <pc:sldMk cId="3516207792" sldId="599"/>
        </pc:sldMkLst>
        <pc:picChg chg="add mod">
          <ac:chgData name="Chao Chen" userId="S::chachen@microsoft.com::82ace99e-2761-4100-8736-8e926bec96ce" providerId="AD" clId="Web-{CCD5FC77-0C89-3C3C-C691-DC169CA9B535}" dt="2026-07-06T09:37:42.427" v="7" actId="1076"/>
          <ac:picMkLst>
            <pc:docMk/>
            <pc:sldMk cId="3516207792" sldId="599"/>
            <ac:picMk id="2" creationId="{3CF7F495-5D93-0213-3ED9-B53C7C893BD6}"/>
          </ac:picMkLst>
        </pc:picChg>
        <pc:picChg chg="del">
          <ac:chgData name="Chao Chen" userId="S::chachen@microsoft.com::82ace99e-2761-4100-8736-8e926bec96ce" providerId="AD" clId="Web-{CCD5FC77-0C89-3C3C-C691-DC169CA9B535}" dt="2026-07-06T09:37:21.379" v="3"/>
          <ac:picMkLst>
            <pc:docMk/>
            <pc:sldMk cId="3516207792" sldId="599"/>
            <ac:picMk id="1026" creationId="{D03A7187-2096-357B-D1FE-1FC005362CE1}"/>
          </ac:picMkLst>
        </pc:picChg>
      </pc:sldChg>
    </pc:docChg>
  </pc:docChgLst>
  <pc:docChgLst>
    <pc:chgData name="Cecily Wang" userId="S::wangjune@microsoft.com::95786509-2c3e-4584-bd64-f81676381521" providerId="AD" clId="Web-{07956597-0DE7-4EB0-458C-D132A56CC08B}"/>
    <pc:docChg chg="modSld">
      <pc:chgData name="Cecily Wang" userId="S::wangjune@microsoft.com::95786509-2c3e-4584-bd64-f81676381521" providerId="AD" clId="Web-{07956597-0DE7-4EB0-458C-D132A56CC08B}" dt="2026-06-22T06:37:09.507" v="38" actId="1076"/>
      <pc:docMkLst>
        <pc:docMk/>
      </pc:docMkLst>
      <pc:sldChg chg="modSp">
        <pc:chgData name="Cecily Wang" userId="S::wangjune@microsoft.com::95786509-2c3e-4584-bd64-f81676381521" providerId="AD" clId="Web-{07956597-0DE7-4EB0-458C-D132A56CC08B}" dt="2026-06-22T06:02:42.621" v="0" actId="20577"/>
        <pc:sldMkLst>
          <pc:docMk/>
          <pc:sldMk cId="3516207792" sldId="599"/>
        </pc:sldMkLst>
        <pc:spChg chg="mod">
          <ac:chgData name="Cecily Wang" userId="S::wangjune@microsoft.com::95786509-2c3e-4584-bd64-f81676381521" providerId="AD" clId="Web-{07956597-0DE7-4EB0-458C-D132A56CC08B}" dt="2026-06-22T06:02:42.621" v="0" actId="20577"/>
          <ac:spMkLst>
            <pc:docMk/>
            <pc:sldMk cId="3516207792" sldId="599"/>
            <ac:spMk id="5" creationId="{56AF69D4-6393-7950-485C-2C6AE39221AA}"/>
          </ac:spMkLst>
        </pc:spChg>
      </pc:sldChg>
      <pc:sldChg chg="addSp delSp modSp">
        <pc:chgData name="Cecily Wang" userId="S::wangjune@microsoft.com::95786509-2c3e-4584-bd64-f81676381521" providerId="AD" clId="Web-{07956597-0DE7-4EB0-458C-D132A56CC08B}" dt="2026-06-22T06:37:09.507" v="38" actId="1076"/>
        <pc:sldMkLst>
          <pc:docMk/>
          <pc:sldMk cId="2133274159" sldId="617"/>
        </pc:sldMkLst>
        <pc:spChg chg="mod">
          <ac:chgData name="Cecily Wang" userId="S::wangjune@microsoft.com::95786509-2c3e-4584-bd64-f81676381521" providerId="AD" clId="Web-{07956597-0DE7-4EB0-458C-D132A56CC08B}" dt="2026-06-22T06:23:28.742" v="8" actId="20577"/>
          <ac:spMkLst>
            <pc:docMk/>
            <pc:sldMk cId="2133274159" sldId="617"/>
            <ac:spMk id="8" creationId="{DC33D302-259A-20B4-F180-88B4E0DD81F7}"/>
          </ac:spMkLst>
        </pc:spChg>
        <pc:spChg chg="mod">
          <ac:chgData name="Cecily Wang" userId="S::wangjune@microsoft.com::95786509-2c3e-4584-bd64-f81676381521" providerId="AD" clId="Web-{07956597-0DE7-4EB0-458C-D132A56CC08B}" dt="2026-06-22T06:04:31.980" v="2" actId="20577"/>
          <ac:spMkLst>
            <pc:docMk/>
            <pc:sldMk cId="2133274159" sldId="617"/>
            <ac:spMk id="9" creationId="{70B201B8-D1C5-79BB-F50D-CDE3E4867188}"/>
          </ac:spMkLst>
        </pc:spChg>
      </pc:sldChg>
    </pc:docChg>
  </pc:docChgLst>
  <pc:docChgLst>
    <pc:chgData name="Tao Lu" userId="S::talu@microsoft.com::2974d09e-0aa6-4d3c-b722-a276b260da90" providerId="AD" clId="Web-{F1AA35B1-4C60-9ECC-AAF5-8B8D62F33DAE}"/>
    <pc:docChg chg="modSld">
      <pc:chgData name="Tao Lu" userId="S::talu@microsoft.com::2974d09e-0aa6-4d3c-b722-a276b260da90" providerId="AD" clId="Web-{F1AA35B1-4C60-9ECC-AAF5-8B8D62F33DAE}" dt="2026-07-06T12:38:58.736" v="5" actId="20577"/>
      <pc:docMkLst>
        <pc:docMk/>
      </pc:docMkLst>
      <pc:sldChg chg="modSp">
        <pc:chgData name="Tao Lu" userId="S::talu@microsoft.com::2974d09e-0aa6-4d3c-b722-a276b260da90" providerId="AD" clId="Web-{F1AA35B1-4C60-9ECC-AAF5-8B8D62F33DAE}" dt="2026-07-06T12:38:58.736" v="5" actId="20577"/>
        <pc:sldMkLst>
          <pc:docMk/>
          <pc:sldMk cId="1380766011" sldId="595"/>
        </pc:sldMkLst>
        <pc:spChg chg="mod">
          <ac:chgData name="Tao Lu" userId="S::talu@microsoft.com::2974d09e-0aa6-4d3c-b722-a276b260da90" providerId="AD" clId="Web-{F1AA35B1-4C60-9ECC-AAF5-8B8D62F33DAE}" dt="2026-07-06T12:38:58.736" v="5" actId="20577"/>
          <ac:spMkLst>
            <pc:docMk/>
            <pc:sldMk cId="1380766011" sldId="595"/>
            <ac:spMk id="3" creationId="{318582E3-7BDD-6859-98F0-4D819FEA2CA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ACEEB-96A6-BE4B-AD4A-D8B0035CB14C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47FC4-CAF1-6741-875A-C83F3721E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7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1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47FC4-CAF1-6741-875A-C83F3721E6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</a:t>
            </a:r>
            <a:r>
              <a:rPr lang="en-US" altLang="zh-CN"/>
              <a:t>mins</a:t>
            </a:r>
            <a:r>
              <a:rPr lang="zh-CN" altLang="en-US"/>
              <a:t>阐述完毕：说明</a:t>
            </a:r>
            <a:r>
              <a:rPr lang="en-US" altLang="zh-CN"/>
              <a:t>empower</a:t>
            </a:r>
            <a:r>
              <a:rPr lang="zh-CN" altLang="en-US"/>
              <a:t>和</a:t>
            </a:r>
            <a:r>
              <a:rPr lang="en-US" altLang="zh-CN"/>
              <a:t>teach</a:t>
            </a:r>
            <a:r>
              <a:rPr lang="zh-CN" altLang="en-US"/>
              <a:t>，</a:t>
            </a:r>
            <a:r>
              <a:rPr lang="en-US" altLang="zh-CN"/>
              <a:t>train</a:t>
            </a:r>
            <a:r>
              <a:rPr lang="zh-CN" altLang="en-US"/>
              <a:t>的不同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47FC4-CAF1-6741-875A-C83F3721E6B6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分钟提问加互动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47FC4-CAF1-6741-875A-C83F3721E6B6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rot="10800000">
            <a:off x="-6283" y="0"/>
            <a:ext cx="12204565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500">
                <a:solidFill>
                  <a:srgbClr val="FEEE9F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422400" y="2743200"/>
            <a:ext cx="934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06113" y="1830811"/>
            <a:ext cx="2775881" cy="4297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ac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359916"/>
            <a:ext cx="9144000" cy="7315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358503"/>
            <a:ext cx="91440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Section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Level One Bullet</a:t>
            </a:r>
          </a:p>
          <a:p>
            <a:pPr lvl="1"/>
            <a:r>
              <a:rPr lang="en-US"/>
              <a:t>Level Two Bullet</a:t>
            </a:r>
          </a:p>
          <a:p>
            <a:pPr lvl="2"/>
            <a:r>
              <a:rPr lang="en-US"/>
              <a:t>Level Three Bullet</a:t>
            </a:r>
          </a:p>
          <a:p>
            <a:pPr lvl="3"/>
            <a:r>
              <a:rPr lang="en-US"/>
              <a:t>Level Four Bullet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Level One Bullet</a:t>
            </a:r>
          </a:p>
          <a:p>
            <a:pPr lvl="1"/>
            <a:r>
              <a:rPr lang="en-US"/>
              <a:t>Level Two Bullet</a:t>
            </a:r>
          </a:p>
          <a:p>
            <a:pPr lvl="2"/>
            <a:r>
              <a:rPr lang="en-US"/>
              <a:t>Level Three Bullet</a:t>
            </a:r>
          </a:p>
          <a:p>
            <a:pPr lvl="3"/>
            <a:r>
              <a:rPr lang="en-US"/>
              <a:t>Level Four Bullet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Level One Bullet</a:t>
            </a:r>
          </a:p>
          <a:p>
            <a:pPr lvl="1"/>
            <a:r>
              <a:rPr lang="en-US"/>
              <a:t>Level Two Bullet</a:t>
            </a:r>
          </a:p>
          <a:p>
            <a:pPr lvl="2"/>
            <a:r>
              <a:rPr lang="en-US"/>
              <a:t>Level Three Bullet</a:t>
            </a:r>
          </a:p>
          <a:p>
            <a:pPr lvl="3"/>
            <a:r>
              <a:rPr lang="en-US"/>
              <a:t>Level Four Bullet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and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77934" y="1222717"/>
            <a:ext cx="564184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7934" y="2046628"/>
            <a:ext cx="5641848" cy="38207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Level One Bullet</a:t>
            </a:r>
          </a:p>
          <a:p>
            <a:pPr lvl="1"/>
            <a:r>
              <a:rPr lang="en-US"/>
              <a:t>Level Two Bullet</a:t>
            </a:r>
          </a:p>
          <a:p>
            <a:pPr lvl="2"/>
            <a:r>
              <a:rPr lang="en-US"/>
              <a:t>Level Three Bullet</a:t>
            </a:r>
          </a:p>
          <a:p>
            <a:pPr lvl="3"/>
            <a:r>
              <a:rPr lang="en-US"/>
              <a:t>Level Four Bullet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83452" y="1222717"/>
            <a:ext cx="564184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83452" y="2046628"/>
            <a:ext cx="5641848" cy="38207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Level One Bullet</a:t>
            </a:r>
          </a:p>
          <a:p>
            <a:pPr lvl="1"/>
            <a:r>
              <a:rPr lang="en-US"/>
              <a:t>Level Two Bullet</a:t>
            </a:r>
          </a:p>
          <a:p>
            <a:pPr lvl="2"/>
            <a:r>
              <a:rPr lang="en-US"/>
              <a:t>Level Three Bullet</a:t>
            </a:r>
          </a:p>
          <a:p>
            <a:pPr lvl="3"/>
            <a:r>
              <a:rPr lang="en-US"/>
              <a:t>Level Four Bullet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0" y="2005584"/>
            <a:ext cx="3200400" cy="3140075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1680"/>
            <a:ext cx="3200400" cy="3136392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ln>
                  <a:noFill/>
                </a:ln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981200"/>
            <a:ext cx="3200400" cy="3140075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28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4928245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922310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5088879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5pPr>
          </a:lstStyle>
          <a:p>
            <a:pPr lvl="0"/>
            <a:r>
              <a:rPr lang="en-US"/>
              <a:t>Click to enter first and last name</a:t>
            </a:r>
          </a:p>
        </p:txBody>
      </p:sp>
      <p:sp>
        <p:nvSpPr>
          <p:cNvPr id="37" name="Picture Placeholder 14"/>
          <p:cNvSpPr>
            <a:spLocks noGrp="1"/>
          </p:cNvSpPr>
          <p:nvPr>
            <p:ph type="pic" sz="quarter" idx="26" hasCustomPrompt="1"/>
          </p:nvPr>
        </p:nvSpPr>
        <p:spPr>
          <a:xfrm>
            <a:off x="1490460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484525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rgbClr val="F5F5F5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/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1651094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5pPr>
          </a:lstStyle>
          <a:p>
            <a:pPr lvl="0"/>
            <a:r>
              <a:rPr lang="en-US"/>
              <a:t>Click to enter first and last name</a:t>
            </a:r>
          </a:p>
        </p:txBody>
      </p:sp>
      <p:sp>
        <p:nvSpPr>
          <p:cNvPr id="40" name="Picture Placeholder 14"/>
          <p:cNvSpPr>
            <a:spLocks noGrp="1"/>
          </p:cNvSpPr>
          <p:nvPr>
            <p:ph type="pic" sz="quarter" idx="29" hasCustomPrompt="1"/>
          </p:nvPr>
        </p:nvSpPr>
        <p:spPr>
          <a:xfrm>
            <a:off x="8360095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354160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0" i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8520729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Semibold" panose="020B0503030403020204" pitchFamily="34" charset="0"/>
              </a:defRPr>
            </a:lvl5pPr>
          </a:lstStyle>
          <a:p>
            <a:pPr lvl="0"/>
            <a:r>
              <a:rPr lang="en-US"/>
              <a:t>Click to enter first and last name</a:t>
            </a:r>
          </a:p>
        </p:txBody>
      </p:sp>
      <p:sp>
        <p:nvSpPr>
          <p:cNvPr id="12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 userDrawn="1"/>
        </p:nvSpPr>
        <p:spPr>
          <a:xfrm>
            <a:off x="3815398" y="1066800"/>
            <a:ext cx="6509702" cy="427399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866900" y="1600200"/>
            <a:ext cx="3111498" cy="315934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1866900" y="1600200"/>
            <a:ext cx="3111500" cy="3159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978400" y="2839928"/>
            <a:ext cx="5346700" cy="45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Myriad Pro" panose="020B0503030403020204" pitchFamily="34" charset="0"/>
              </a:defRPr>
            </a:lvl2pPr>
            <a:lvl3pPr marL="9144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Semibold" panose="020B0503030403020204" pitchFamily="34" charset="0"/>
              </a:defRPr>
            </a:lvl3pPr>
            <a:lvl4pPr marL="13716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Semibold" panose="020B0503030403020204" pitchFamily="34" charset="0"/>
              </a:defRPr>
            </a:lvl4pPr>
            <a:lvl5pPr marL="18288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Semibold" panose="020B0503030403020204" pitchFamily="34" charset="0"/>
              </a:defRPr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18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978400" y="3352800"/>
            <a:ext cx="5346700" cy="381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400" b="0" i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Myriad Pro" panose="020B0503030403020204" pitchFamily="34" charset="0"/>
              </a:defRPr>
            </a:lvl2pPr>
            <a:lvl3pPr marL="9144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Semibold" panose="020B0503030403020204" pitchFamily="34" charset="0"/>
              </a:defRPr>
            </a:lvl3pPr>
            <a:lvl4pPr marL="13716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Semibold" panose="020B0503030403020204" pitchFamily="34" charset="0"/>
              </a:defRPr>
            </a:lvl4pPr>
            <a:lvl5pPr marL="18288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Semibold" panose="020B0503030403020204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7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Left_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8276" cy="64922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9048" cy="621792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Photo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Left_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5544" cy="64922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>
                <a:solidFill>
                  <a:srgbClr val="FEEE9F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429756" y="419100"/>
            <a:ext cx="5495544" cy="54483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Left Multiple_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multiple lines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06400" y="1476768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0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9048" cy="621792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11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Left Multiple_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multiple lines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06400" y="1476768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418522" y="419100"/>
            <a:ext cx="5495544" cy="54483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2999"/>
            <a:ext cx="12192000" cy="5084065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rot="10800000"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06402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3000"/>
            <a:ext cx="12192000" cy="5714999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C465-8C71-F0E2-B456-AE52A6D68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841CF-B4C8-A8D9-D475-30E77F76C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96D81-615D-9A01-8CDE-522488A2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6F3A0-222A-7093-D965-6F363524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DCC48-AEF2-B9A0-8A8E-8D235875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272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5202-FF15-F63D-44D6-638D0792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2B7B-9F35-EB83-CA8F-6C5D44786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8C212-1780-D080-55A6-F711618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0D1DE-94D7-CA9A-8E25-645D97F6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BA83-D4B5-42E1-41F5-63513CC4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31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443A-F089-9B4D-3FD4-1F378214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8E436-24FC-6768-D36E-B8DBB1EFD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BDBD8-B79A-5EEE-B95B-F4416ADF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6577F-9B2A-8C1C-D8FD-A604ABF22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2782-D688-AC3D-41F9-4BE4F630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82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1EEE-65B5-D088-C5DB-EC57822A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F77BF-E758-5D80-C53A-0053768F8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A81A4-C4DD-3B95-BBF6-2D471F072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3738F-2A76-418A-994C-692361D5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F643C-50CE-4593-AFDD-114A9078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19738-6A61-0551-5954-DD86E9F4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61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DA9B-386A-9107-1DA2-EA148EBA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8A0FC-1B13-D56B-99D2-F168CE60F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F4F1A-DABA-A9AC-CB7D-E7A1A299F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E6A89-5AD7-FFBC-416B-F5F94ED16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DE469-7EF7-D49B-04F1-5E3CFE45F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FAE5D-B61F-F770-8E5E-492FF2E24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430CFD-BFE1-A918-BB37-DF6C03C9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A02F3-2045-F58A-5355-CB7A0983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45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F31F4-0525-9D86-3634-9ED118100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55247-9484-04A6-2A76-7CB4AE456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4983F-55C1-9411-8E32-74DF7A5B2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8A3-5458-515C-8138-62D0A5D4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837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2262A-7F33-18F7-8805-B7435BC9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A48A1-27C2-2B25-B899-C839DFFD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CE764-7050-816F-3B19-F7E9459D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302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F57B-592C-0EE7-6E5D-E5ED9186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ACFB7-D26C-6577-69E7-3401F17E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AD5A3-D91C-566C-5E27-B8D0C4C86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0A3B2-3283-91E7-4673-0635CA74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708BD-6329-0950-BAA2-FF0F644A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76AC3-811E-8750-EC46-081B72D4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870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ADC6-BD23-542C-608A-005A1155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1565E9-0195-CF5D-C6AE-37585BEBD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AB4EA-620E-5BB2-186A-E0B4EF54D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5125B-1766-A22B-F972-B0080E61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033E5-2F8F-D87C-E0D8-B19AE5367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5FAC4-FE87-3C61-3891-BBDC4005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660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36D6-8AE7-42F0-E216-1A5A6955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D1132-A9F7-DDD5-FD90-4333D4FFA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4A017-A939-D08C-4409-927F89C7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67E47-D623-1412-8623-3F41E5300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C1BE3-1A53-C7FB-9694-05C1F11D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395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E2C2D-4A23-D1D2-2300-A52FC76CC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B2CA2-3624-5C8F-5D84-BBBF64D0D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5EB5-DAB2-B06B-190E-752B920A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526A0-B04B-FA2D-CB82-059C0FE6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079F8-B1F1-E53F-B0B4-7E22FC5A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5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72316" y="1598532"/>
            <a:ext cx="11647368" cy="4269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Level One Bullet</a:t>
            </a:r>
          </a:p>
          <a:p>
            <a:pPr lvl="1"/>
            <a:r>
              <a:rPr lang="en-US"/>
              <a:t>Level Two Bullet</a:t>
            </a:r>
          </a:p>
          <a:p>
            <a:pPr lvl="2"/>
            <a:r>
              <a:rPr lang="en-US"/>
              <a:t>Level Three Bullet</a:t>
            </a:r>
          </a:p>
          <a:p>
            <a:pPr lvl="3"/>
            <a:r>
              <a:rPr lang="en-US"/>
              <a:t>Level Four Bullet</a:t>
            </a:r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screen"/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3600" b="1" kern="1200">
          <a:solidFill>
            <a:srgbClr val="FEEE9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B9393-F355-ECEF-69D6-C0C36E14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AFDB2-8E13-7B7A-79CA-232B158AF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3CD4F-FEF2-2C5F-5A4E-62B8EA71C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C9571-4C3D-452C-9F68-C5DB57B0F0E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A8006-EE05-9255-E260-029A55873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1E02D-FD97-693C-20F8-742719490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6CABA-91E8-486E-A92D-5B03B3DE2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0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D2D65E56-C4C5-4330-9E2F-DD1F38D0BB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63720"/>
            <a:ext cx="1219200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tx1"/>
                </a:solidFill>
                <a:latin typeface="Algerian" panose="04020705040A02060702" pitchFamily="82" charset="0"/>
                <a:ea typeface="+mn-ea"/>
                <a:cs typeface="+mn-cs"/>
              </a:rPr>
              <a:t>SUZHOU TOASTMASTERS CLUB</a:t>
            </a:r>
          </a:p>
        </p:txBody>
      </p:sp>
      <p:sp>
        <p:nvSpPr>
          <p:cNvPr id="18" name="标题 16">
            <a:extLst>
              <a:ext uri="{FF2B5EF4-FFF2-40B4-BE49-F238E27FC236}">
                <a16:creationId xmlns:a16="http://schemas.microsoft.com/office/drawing/2014/main" id="{120E5837-3C21-467D-A9E9-C1E29AA3E582}"/>
              </a:ext>
            </a:extLst>
          </p:cNvPr>
          <p:cNvSpPr txBox="1">
            <a:spLocks/>
          </p:cNvSpPr>
          <p:nvPr/>
        </p:nvSpPr>
        <p:spPr>
          <a:xfrm>
            <a:off x="5486399" y="2155662"/>
            <a:ext cx="604520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600" b="1" kern="1200">
                <a:solidFill>
                  <a:srgbClr val="FEEE9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400">
                <a:solidFill>
                  <a:schemeClr val="tx1"/>
                </a:solidFill>
                <a:latin typeface="Algerian" panose="04020705040A02060702" pitchFamily="82" charset="0"/>
                <a:ea typeface="+mn-ea"/>
                <a:cs typeface="+mn-cs"/>
              </a:rPr>
              <a:t>付费二维码 </a:t>
            </a:r>
            <a:r>
              <a:rPr lang="en-US" altLang="zh-CN" sz="2400">
                <a:solidFill>
                  <a:schemeClr val="tx1"/>
                </a:solidFill>
                <a:latin typeface="Algerian" panose="04020705040A02060702" pitchFamily="82" charset="0"/>
                <a:ea typeface="+mn-ea"/>
                <a:cs typeface="+mn-cs"/>
              </a:rPr>
              <a:t>PAYMENT BARCODE</a:t>
            </a:r>
            <a:endParaRPr lang="en-US" sz="2400">
              <a:solidFill>
                <a:schemeClr val="tx1"/>
              </a:solidFill>
              <a:latin typeface="Algerian" panose="04020705040A02060702" pitchFamily="82" charset="0"/>
              <a:ea typeface="+mn-ea"/>
              <a:cs typeface="+mn-cs"/>
            </a:endParaRPr>
          </a:p>
        </p:txBody>
      </p:sp>
      <p:sp>
        <p:nvSpPr>
          <p:cNvPr id="2" name="标题 16">
            <a:extLst>
              <a:ext uri="{FF2B5EF4-FFF2-40B4-BE49-F238E27FC236}">
                <a16:creationId xmlns:a16="http://schemas.microsoft.com/office/drawing/2014/main" id="{24407E08-B33E-E838-6853-53DB099713A8}"/>
              </a:ext>
            </a:extLst>
          </p:cNvPr>
          <p:cNvSpPr txBox="1">
            <a:spLocks/>
          </p:cNvSpPr>
          <p:nvPr/>
        </p:nvSpPr>
        <p:spPr>
          <a:xfrm>
            <a:off x="838199" y="1041354"/>
            <a:ext cx="6045200" cy="4247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600" b="1" kern="1200">
                <a:solidFill>
                  <a:srgbClr val="FEEE9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400">
                <a:solidFill>
                  <a:schemeClr val="tx1"/>
                </a:solidFill>
                <a:latin typeface="Algerian" panose="04020705040A02060702" pitchFamily="82" charset="0"/>
                <a:ea typeface="+mn-ea"/>
                <a:cs typeface="+mn-cs"/>
              </a:rPr>
              <a:t>访客登记表 </a:t>
            </a:r>
            <a:r>
              <a:rPr lang="en-US" altLang="zh-CN" sz="2400">
                <a:solidFill>
                  <a:schemeClr val="tx1"/>
                </a:solidFill>
                <a:latin typeface="Algerian" panose="04020705040A02060702" pitchFamily="82" charset="0"/>
                <a:ea typeface="+mn-ea"/>
                <a:cs typeface="+mn-cs"/>
              </a:rPr>
              <a:t>Visitor FORM</a:t>
            </a:r>
            <a:endParaRPr lang="en-US" sz="2400">
              <a:solidFill>
                <a:schemeClr val="tx1"/>
              </a:solidFill>
              <a:latin typeface="Algerian" panose="04020705040A02060702" pitchFamily="82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48E66A-DF5D-3B0E-A429-3FEAD62D0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388" y="2779562"/>
            <a:ext cx="3049168" cy="319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8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0742D26F-C2B6-56E8-9EAC-5A231570D34E}"/>
              </a:ext>
            </a:extLst>
          </p:cNvPr>
          <p:cNvSpPr txBox="1"/>
          <p:nvPr/>
        </p:nvSpPr>
        <p:spPr>
          <a:xfrm>
            <a:off x="2773680" y="12344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026" name="Picture 2" descr="微软（中国）苏州科技园_案例展示_高强电气科技发展有限公司">
            <a:extLst>
              <a:ext uri="{FF2B5EF4-FFF2-40B4-BE49-F238E27FC236}">
                <a16:creationId xmlns:a16="http://schemas.microsoft.com/office/drawing/2014/main" id="{C84DED13-DFA7-F50B-5623-3599B7346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7215447" cy="620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2F9317F-D066-31FF-3CE9-7CE65BCAB8DD}"/>
              </a:ext>
            </a:extLst>
          </p:cNvPr>
          <p:cNvSpPr txBox="1"/>
          <p:nvPr/>
        </p:nvSpPr>
        <p:spPr>
          <a:xfrm>
            <a:off x="7283764" y="1549735"/>
            <a:ext cx="490823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latin typeface="Arial" panose="020B0604020202020204" pitchFamily="34" charset="0"/>
                <a:cs typeface="Arial" panose="020B0604020202020204" pitchFamily="34" charset="0"/>
              </a:rPr>
              <a:t>MICROSOFT SUZHOU TOASTMASTERS CLUB</a:t>
            </a:r>
          </a:p>
        </p:txBody>
      </p:sp>
    </p:spTree>
    <p:extLst>
      <p:ext uri="{BB962C8B-B14F-4D97-AF65-F5344CB8AC3E}">
        <p14:creationId xmlns:p14="http://schemas.microsoft.com/office/powerpoint/2010/main" val="342029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Ground Rules </a:t>
            </a:r>
          </a:p>
        </p:txBody>
      </p:sp>
      <p:pic>
        <p:nvPicPr>
          <p:cNvPr id="34" name="图片占位符 33" descr="图标&#10;&#10;描述已自动生成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/>
          <a:srcRect/>
          <a:stretch>
            <a:fillRect/>
          </a:stretch>
        </p:blipFill>
        <p:spPr/>
      </p:pic>
      <p:sp>
        <p:nvSpPr>
          <p:cNvPr id="25" name="文本占位符 24"/>
          <p:cNvSpPr>
            <a:spLocks noGrp="1"/>
          </p:cNvSpPr>
          <p:nvPr>
            <p:ph type="body" sz="quarter" idx="16"/>
          </p:nvPr>
        </p:nvSpPr>
        <p:spPr/>
        <p:txBody>
          <a:bodyPr anchor="b" anchorCtr="1"/>
          <a:lstStyle/>
          <a:p>
            <a:r>
              <a:rPr lang="en-US" altLang="zh-CN">
                <a:sym typeface="+mn-ea"/>
              </a:rPr>
              <a:t>Keep phone in silent mode</a:t>
            </a:r>
          </a:p>
        </p:txBody>
      </p:sp>
      <p:pic>
        <p:nvPicPr>
          <p:cNvPr id="36" name="图片占位符 35" descr="卡通人物&#10;&#10;描述已自动生成"/>
          <p:cNvPicPr>
            <a:picLocks noGrp="1" noChangeAspect="1"/>
          </p:cNvPicPr>
          <p:nvPr>
            <p:ph type="pic" sz="quarter" idx="26"/>
          </p:nvPr>
        </p:nvPicPr>
        <p:blipFill>
          <a:blip r:embed="rId3" cstate="hqprint"/>
          <a:srcRect/>
          <a:stretch>
            <a:fillRect/>
          </a:stretch>
        </p:blipFill>
        <p:spPr/>
      </p:pic>
      <p:sp>
        <p:nvSpPr>
          <p:cNvPr id="28" name="文本占位符 27"/>
          <p:cNvSpPr>
            <a:spLocks noGrp="1"/>
          </p:cNvSpPr>
          <p:nvPr>
            <p:ph type="body" sz="quarter" idx="27"/>
          </p:nvPr>
        </p:nvSpPr>
        <p:spPr/>
        <p:txBody>
          <a:bodyPr anchor="b" anchorCtr="1"/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Don’t walk around during the meeting without purpose</a:t>
            </a:r>
            <a:endParaRPr lang="en-US"/>
          </a:p>
        </p:txBody>
      </p:sp>
      <p:pic>
        <p:nvPicPr>
          <p:cNvPr id="38" name="图片占位符 37" descr="图标, 箭头&#10;&#10;描述已自动生成"/>
          <p:cNvPicPr>
            <a:picLocks noGrp="1" noChangeAspect="1"/>
          </p:cNvPicPr>
          <p:nvPr>
            <p:ph type="pic" sz="quarter" idx="29"/>
          </p:nvPr>
        </p:nvPicPr>
        <p:blipFill>
          <a:blip r:embed="rId4" cstate="hqprint"/>
          <a:srcRect/>
          <a:stretch>
            <a:fillRect/>
          </a:stretch>
        </p:blipFill>
        <p:spPr/>
      </p:pic>
      <p:sp>
        <p:nvSpPr>
          <p:cNvPr id="31" name="文本占位符 30"/>
          <p:cNvSpPr>
            <a:spLocks noGrp="1"/>
          </p:cNvSpPr>
          <p:nvPr>
            <p:ph type="body" sz="quarter" idx="30"/>
          </p:nvPr>
        </p:nvSpPr>
        <p:spPr/>
        <p:txBody>
          <a:bodyPr anchor="b" anchorCtr="1"/>
          <a:lstStyle/>
          <a:p>
            <a:r>
              <a:rPr lang="en-US" altLang="zh-CN">
                <a:sym typeface="+mn-ea"/>
              </a:rPr>
              <a:t>Shake hands when you come into /out of the stage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Taboos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919910" y="1568876"/>
            <a:ext cx="6352180" cy="3934658"/>
            <a:chOff x="2139456" y="1461670"/>
            <a:chExt cx="6352180" cy="3934658"/>
          </a:xfrm>
        </p:grpSpPr>
        <p:pic>
          <p:nvPicPr>
            <p:cNvPr id="24" name="Picture 8" descr="A picture containing text, indoor&#10;&#10;Description automatically generate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9456" y="1461671"/>
              <a:ext cx="2863914" cy="3934657"/>
            </a:xfrm>
            <a:prstGeom prst="rect">
              <a:avLst/>
            </a:prstGeom>
          </p:spPr>
        </p:pic>
        <p:sp>
          <p:nvSpPr>
            <p:cNvPr id="23" name="Content Placeholder 2"/>
            <p:cNvSpPr txBox="1"/>
            <p:nvPr/>
          </p:nvSpPr>
          <p:spPr>
            <a:xfrm>
              <a:off x="5630927" y="1461670"/>
              <a:ext cx="2860709" cy="3934657"/>
            </a:xfrm>
            <a:prstGeom prst="rect">
              <a:avLst/>
            </a:prstGeom>
          </p:spPr>
          <p:txBody>
            <a:bodyPr vert="horz" wrap="square" lIns="91440" tIns="45720" rIns="91440" bIns="45720" anchor="t">
              <a:noAutofit/>
            </a:bodyPr>
            <a:lstStyle>
              <a:lvl1pPr marL="0" lvl="0" indent="0" algn="ctr" defTabSz="913765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1pPr>
              <a:lvl2pPr marL="342900" lvl="1" indent="0" algn="ctr" defTabSz="91376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2pPr>
              <a:lvl3pPr marL="685800" lvl="2" indent="0" algn="ctr" defTabSz="91376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35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3pPr>
              <a:lvl4pPr marL="1028700" lvl="3" indent="0" algn="ctr" defTabSz="91376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4pPr>
              <a:lvl5pPr marL="1371600" lvl="4" indent="0" algn="ctr" defTabSz="91376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5pPr>
              <a:lvl6pPr marL="1714500" lvl="5" indent="0" algn="ctr" defTabSz="91376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6pPr>
              <a:lvl7pPr marL="2057400" lvl="6" indent="0" algn="ctr" defTabSz="91376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7pPr>
              <a:lvl8pPr marL="2400300" lvl="7" indent="0" algn="ctr" defTabSz="91376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8pPr>
              <a:lvl9pPr marL="2743200" lvl="8" indent="0" algn="ctr" defTabSz="91376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Calibri" panose="020F0502020204030204"/>
                  <a:ea typeface="等线" panose="02010600030101010101" charset="-122"/>
                </a:defRPr>
              </a:lvl9pPr>
            </a:lstStyle>
            <a:p>
              <a:pPr marL="342900" indent="-342900" algn="l">
                <a:lnSpc>
                  <a:spcPct val="150000"/>
                </a:lnSpc>
                <a:spcAft>
                  <a:spcPts val="0"/>
                </a:spcAft>
                <a:buBlip>
                  <a:blip r:embed="rId3"/>
                </a:buBlip>
              </a:pPr>
              <a:r>
                <a:rPr lang="en-US" altLang="zh-CN" sz="3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Politics</a:t>
              </a:r>
            </a:p>
            <a:p>
              <a:pPr marL="342900" indent="-342900" algn="l">
                <a:lnSpc>
                  <a:spcPct val="150000"/>
                </a:lnSpc>
                <a:spcAft>
                  <a:spcPts val="0"/>
                </a:spcAft>
                <a:buBlip>
                  <a:blip r:embed="rId3"/>
                </a:buBlip>
              </a:pPr>
              <a:r>
                <a:rPr lang="en-US" altLang="zh-CN" sz="3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Religion</a:t>
              </a:r>
            </a:p>
            <a:p>
              <a:pPr marL="342900" indent="-342900" algn="l">
                <a:lnSpc>
                  <a:spcPct val="150000"/>
                </a:lnSpc>
                <a:spcAft>
                  <a:spcPts val="0"/>
                </a:spcAft>
                <a:buBlip>
                  <a:blip r:embed="rId3"/>
                </a:buBlip>
              </a:pPr>
              <a:r>
                <a:rPr lang="en-US" altLang="zh-CN" sz="3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Race</a:t>
              </a:r>
            </a:p>
            <a:p>
              <a:pPr marL="342900" indent="-342900" algn="l">
                <a:lnSpc>
                  <a:spcPct val="150000"/>
                </a:lnSpc>
                <a:spcAft>
                  <a:spcPts val="0"/>
                </a:spcAft>
                <a:buBlip>
                  <a:blip r:embed="rId3"/>
                </a:buBlip>
              </a:pPr>
              <a:r>
                <a:rPr lang="en-US" altLang="zh-CN" sz="3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Sex</a:t>
              </a:r>
              <a:endParaRPr lang="zh-CN" altLang="en-US" sz="3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39F82-84CB-455B-FC2D-5E0632EF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5C1E190B-14DB-4139-6946-3361BE526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75508"/>
            <a:ext cx="12192000" cy="22642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5400" b="1" dirty="0">
                <a:solidFill>
                  <a:srgbClr val="FEEE9F"/>
                </a:solidFill>
                <a:ea typeface="黑体"/>
              </a:rPr>
              <a:t>TBD</a:t>
            </a:r>
          </a:p>
          <a:p>
            <a:pPr>
              <a:lnSpc>
                <a:spcPct val="170000"/>
              </a:lnSpc>
            </a:pPr>
            <a:r>
              <a:rPr lang="en-US" altLang="zh-CN" sz="5400" b="1" dirty="0">
                <a:solidFill>
                  <a:srgbClr val="FEEE9F"/>
                </a:solidFill>
                <a:ea typeface="黑体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45526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SU_FIELD:intro.title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FEEE9F"/>
                </a:solidFill>
              </a:rPr>
              <a:t>TBD</a:t>
            </a:r>
            <a:r>
              <a:rPr lang="en-US" altLang="zh-CN">
                <a:solidFill>
                  <a:srgbClr val="FEEE9F"/>
                </a:solidFill>
              </a:rPr>
              <a:t/>
            </a:r>
            <a:endParaRPr lang="en-US">
              <a:solidFill>
                <a:srgbClr val="FEEE9F"/>
              </a:solidFill>
            </a:endParaRPr>
          </a:p>
        </p:txBody>
      </p:sp>
      <p:sp>
        <p:nvSpPr>
          <p:cNvPr id="3" name="MISU_FIELD:intro.detail"/>
          <p:cNvSpPr>
            <a:spLocks noGrp="1"/>
          </p:cNvSpPr>
          <p:nvPr>
            <p:ph type="subTitle" idx="1"/>
          </p:nvPr>
        </p:nvSpPr>
        <p:spPr>
          <a:xfrm>
            <a:off x="2667000" y="4195571"/>
            <a:ext cx="6858000" cy="1938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黑体"/>
              </a:rPr>
              <a:t>TBD</a:t>
            </a:r>
            <a:r>
              <a:rPr lang="en-US" altLang="zh-CN" dirty="0">
                <a:ea typeface="黑体"/>
              </a:rPr>
              <a:t/>
            </a:r>
            <a:endParaRPr lang="en-US" dirty="0"/>
          </a:p>
          <a:p>
            <a:r>
              <a:rPr lang="en-US" altLang="zh-CN" sz="2800" dirty="0">
                <a:ea typeface="黑体"/>
              </a:rPr>
              <a:t>Microsoft Suzhou Toastmasters Club</a:t>
            </a:r>
            <a:endParaRPr lang="en-US" altLang="zh-CN" sz="2800" dirty="0">
              <a:ea typeface="黑体"/>
              <a:cs typeface="Arial"/>
            </a:endParaRPr>
          </a:p>
          <a:p>
            <a:r>
              <a:rPr lang="en-US" altLang="zh-CN" sz="2000" dirty="0">
                <a:ea typeface="黑体"/>
              </a:rPr>
              <a:t>TBD</a:t>
            </a:r>
            <a:endParaRPr lang="en-US" sz="2000" dirty="0">
              <a:ea typeface="黑体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Origination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317554" y="4751382"/>
            <a:ext cx="3328416" cy="477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500">
                <a:latin typeface="Arial" panose="020B0604020202020204" pitchFamily="34" charset="0"/>
                <a:cs typeface="Arial" panose="020B0604020202020204" pitchFamily="34" charset="0"/>
              </a:rPr>
              <a:t>Dr. Ralph Smedley</a:t>
            </a:r>
            <a:endParaRPr lang="zh-CN" altLang="en-US" sz="2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1669" y="1299299"/>
            <a:ext cx="5044305" cy="3323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9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2743" y="1299299"/>
            <a:ext cx="2779713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754021" y="4804033"/>
            <a:ext cx="5179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/>
              <a:t>S</a:t>
            </a:r>
            <a:r>
              <a:rPr lang="en-US" sz="2400"/>
              <a:t>tart from a basement in</a:t>
            </a:r>
            <a:r>
              <a:rPr lang="zh-CN" altLang="en-US" sz="2400"/>
              <a:t> </a:t>
            </a:r>
            <a:r>
              <a:rPr lang="en-US" sz="2400"/>
              <a:t>Santa Ana, California U.S.A.</a:t>
            </a:r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4" cstate="hqprint"/>
          <a:srcRect/>
          <a:stretch>
            <a:fillRect/>
          </a:stretch>
        </p:blipFill>
        <p:spPr>
          <a:xfrm>
            <a:off x="326026" y="1846355"/>
            <a:ext cx="2678596" cy="2340872"/>
          </a:xfrm>
          <a:prstGeom prst="rect">
            <a:avLst/>
          </a:prstGeom>
        </p:spPr>
      </p:pic>
      <p:sp>
        <p:nvSpPr>
          <p:cNvPr id="5" name="文本框 2"/>
          <p:cNvSpPr txBox="1"/>
          <p:nvPr/>
        </p:nvSpPr>
        <p:spPr>
          <a:xfrm>
            <a:off x="366431" y="4728299"/>
            <a:ext cx="2597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Since 1924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TM</a:t>
            </a:r>
          </a:p>
        </p:txBody>
      </p:sp>
      <p:pic>
        <p:nvPicPr>
          <p:cNvPr id="4" name="Picture Placeholder 16">
            <a:extLst>
              <a:ext uri="{FF2B5EF4-FFF2-40B4-BE49-F238E27FC236}">
                <a16:creationId xmlns:a16="http://schemas.microsoft.com/office/drawing/2014/main" id="{85A0B4A5-EAED-5068-C422-5EB80DC57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6" b="2166"/>
          <a:stretch/>
        </p:blipFill>
        <p:spPr>
          <a:xfrm>
            <a:off x="2875716" y="-9383"/>
            <a:ext cx="9316283" cy="6857981"/>
          </a:xfrm>
          <a:prstGeom prst="rect">
            <a:avLst/>
          </a:prstGeom>
          <a:noFill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EBCE7E-87DA-B0CC-3288-40F641DE0D3A}"/>
              </a:ext>
            </a:extLst>
          </p:cNvPr>
          <p:cNvSpPr txBox="1"/>
          <p:nvPr/>
        </p:nvSpPr>
        <p:spPr>
          <a:xfrm>
            <a:off x="-132920" y="-9383"/>
            <a:ext cx="3048020" cy="4690093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287655" indent="-287655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100000"/>
              <a:buFont typeface="ArialUnicodeMS" charset="0"/>
              <a:buChar char="▸"/>
              <a:defRPr/>
            </a:pPr>
            <a:r>
              <a:rPr lang="en-US" b="1" kern="0">
                <a:solidFill>
                  <a:srgbClr val="FEEE9F"/>
                </a:solidFill>
                <a:latin typeface="+mj-lt"/>
              </a:rPr>
              <a:t>A</a:t>
            </a:r>
            <a:r>
              <a:rPr lang="en-US" kern="0">
                <a:solidFill>
                  <a:srgbClr val="FEEE9F"/>
                </a:solidFill>
                <a:latin typeface="+mj-lt"/>
              </a:rPr>
              <a:t> </a:t>
            </a:r>
            <a:r>
              <a:rPr lang="en-US" b="1" kern="0">
                <a:solidFill>
                  <a:srgbClr val="FEEE9F"/>
                </a:solidFill>
                <a:latin typeface="+mj-lt"/>
              </a:rPr>
              <a:t>worldwide nonprofit educational organization </a:t>
            </a:r>
            <a:r>
              <a:rPr lang="en-US" kern="0">
                <a:latin typeface="+mj-lt"/>
              </a:rPr>
              <a:t>that empowers people to become more effective communicators and leaders</a:t>
            </a:r>
          </a:p>
        </p:txBody>
      </p:sp>
      <p:pic>
        <p:nvPicPr>
          <p:cNvPr id="2" name="图片 4">
            <a:extLst>
              <a:ext uri="{FF2B5EF4-FFF2-40B4-BE49-F238E27FC236}">
                <a16:creationId xmlns:a16="http://schemas.microsoft.com/office/drawing/2014/main" id="{40F43E16-C1B5-681E-285F-89B73B0F69E9}"/>
              </a:ext>
            </a:extLst>
          </p:cNvPr>
          <p:cNvPicPr>
            <a:picLocks noChangeAspect="1"/>
          </p:cNvPicPr>
          <p:nvPr/>
        </p:nvPicPr>
        <p:blipFill>
          <a:blip r:embed="rId3" cstate="hqprint"/>
          <a:srcRect/>
          <a:stretch>
            <a:fillRect/>
          </a:stretch>
        </p:blipFill>
        <p:spPr>
          <a:xfrm>
            <a:off x="636104" y="3652238"/>
            <a:ext cx="1633259" cy="1427333"/>
          </a:xfrm>
          <a:prstGeom prst="rect">
            <a:avLst/>
          </a:prstGeom>
        </p:spPr>
      </p:pic>
      <p:sp>
        <p:nvSpPr>
          <p:cNvPr id="6" name="文本框 2">
            <a:extLst>
              <a:ext uri="{FF2B5EF4-FFF2-40B4-BE49-F238E27FC236}">
                <a16:creationId xmlns:a16="http://schemas.microsoft.com/office/drawing/2014/main" id="{1B9EEFAF-9C4A-92AD-B571-0D0D6BD87134}"/>
              </a:ext>
            </a:extLst>
          </p:cNvPr>
          <p:cNvSpPr txBox="1"/>
          <p:nvPr/>
        </p:nvSpPr>
        <p:spPr>
          <a:xfrm>
            <a:off x="277932" y="5263142"/>
            <a:ext cx="25977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</a:rPr>
              <a:t>SINCE 1924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B0366-7AD3-83CF-4C95-2F3E612DB035}"/>
              </a:ext>
            </a:extLst>
          </p:cNvPr>
          <p:cNvSpPr txBox="1"/>
          <p:nvPr/>
        </p:nvSpPr>
        <p:spPr>
          <a:xfrm>
            <a:off x="5016115" y="736618"/>
            <a:ext cx="28324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270K+ Members</a:t>
            </a:r>
          </a:p>
          <a:p>
            <a:r>
              <a:rPr lang="en-US" altLang="zh-CN" sz="2400" b="1">
                <a:solidFill>
                  <a:srgbClr val="C00000"/>
                </a:solidFill>
              </a:rPr>
              <a:t>150 Countries</a:t>
            </a:r>
          </a:p>
          <a:p>
            <a:r>
              <a:rPr lang="en-US" altLang="zh-CN" sz="2400" b="1">
                <a:solidFill>
                  <a:srgbClr val="C00000"/>
                </a:solidFill>
              </a:rPr>
              <a:t>14.2K Clubs</a:t>
            </a:r>
          </a:p>
        </p:txBody>
      </p:sp>
    </p:spTree>
    <p:extLst>
      <p:ext uri="{BB962C8B-B14F-4D97-AF65-F5344CB8AC3E}">
        <p14:creationId xmlns:p14="http://schemas.microsoft.com/office/powerpoint/2010/main" val="278219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2877" y="2536484"/>
            <a:ext cx="11806050" cy="17235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3200" b="1"/>
              <a:t>We empower individuals to become more effective communicators and leaders</a:t>
            </a:r>
            <a:r>
              <a:rPr lang="en-US" altLang="zh-CN" sz="2400" b="1"/>
              <a:t>. </a:t>
            </a:r>
            <a:endParaRPr lang="zh-CN" altLang="en-US" sz="2400" b="1">
              <a:solidFill>
                <a:schemeClr val="tx2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algn="ctr"/>
            <a:endParaRPr lang="zh-CN" altLang="en-US"/>
          </a:p>
          <a:p>
            <a:pPr algn="ctr"/>
            <a:r>
              <a:rPr lang="zh-CN" altLang="en-US" sz="2400" b="1"/>
              <a:t>我们赋能个体成为更有效的沟通者和领导者。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72219" y="285613"/>
            <a:ext cx="11647366" cy="649224"/>
          </a:xfrm>
        </p:spPr>
        <p:txBody>
          <a:bodyPr>
            <a:normAutofit/>
          </a:bodyPr>
          <a:lstStyle/>
          <a:p>
            <a:r>
              <a:rPr lang="en-US">
                <a:latin typeface="Arial Bold" panose="020B0604020202020204" charset="0"/>
                <a:cs typeface="Arial Bold" panose="020B0604020202020204" charset="0"/>
              </a:rPr>
              <a:t>Toastmasters International M</a:t>
            </a:r>
            <a:r>
              <a:rPr lang="en-US" altLang="zh-CN">
                <a:latin typeface="Arial Bold" panose="020B0604020202020204" charset="0"/>
                <a:cs typeface="Arial Bold" panose="020B0604020202020204" charset="0"/>
              </a:rPr>
              <a:t>ission </a:t>
            </a:r>
            <a:r>
              <a:rPr lang="zh-CN" altLang="en-US" sz="3200">
                <a:latin typeface="Arial Bold" panose="020B0604020202020204" charset="0"/>
                <a:cs typeface="Arial Bold" panose="020B0604020202020204" charset="0"/>
              </a:rPr>
              <a:t>国际演讲会使命</a:t>
            </a:r>
            <a:endParaRPr lang="en-US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2162" y="2565465"/>
            <a:ext cx="11047730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solidFill>
                  <a:schemeClr val="tx2"/>
                </a:solidFill>
                <a:latin typeface="Arial Bold" panose="020B0604020202020204" charset="0"/>
                <a:cs typeface="Arial Bold" panose="020B0604020202020204" charset="0"/>
              </a:rPr>
              <a:t>Empowering individuals through personal and</a:t>
            </a:r>
            <a:r>
              <a:rPr lang="zh-CN" altLang="en-US" sz="2400" b="1">
                <a:solidFill>
                  <a:schemeClr val="tx2"/>
                </a:solidFill>
                <a:latin typeface="Arial Bold" panose="020B0604020202020204" charset="0"/>
                <a:cs typeface="Arial Bold" panose="020B0604020202020204" charset="0"/>
              </a:rPr>
              <a:t> </a:t>
            </a:r>
            <a:r>
              <a:rPr lang="en-US" altLang="zh-CN" sz="2400" b="1">
                <a:solidFill>
                  <a:schemeClr val="tx2"/>
                </a:solidFill>
                <a:latin typeface="Arial Bold" panose="020B0604020202020204" charset="0"/>
                <a:cs typeface="Arial Bold" panose="020B0604020202020204" charset="0"/>
              </a:rPr>
              <a:t>professional development</a:t>
            </a:r>
            <a:r>
              <a:rPr lang="zh-CN" altLang="en-US" sz="2400" b="1">
                <a:solidFill>
                  <a:schemeClr val="tx2"/>
                </a:solidFill>
                <a:latin typeface="Arial Bold" panose="020B0604020202020204" charset="0"/>
                <a:cs typeface="Arial Bold" panose="020B0604020202020204" charset="0"/>
              </a:rPr>
              <a:t>.</a:t>
            </a:r>
          </a:p>
          <a:p>
            <a:endParaRPr lang="en-US" altLang="zh-CN"/>
          </a:p>
          <a:p>
            <a:endParaRPr lang="en-US" altLang="zh-CN"/>
          </a:p>
          <a:p>
            <a:pPr algn="ctr"/>
            <a:r>
              <a:rPr lang="zh-CN" altLang="en-US" sz="2800" b="1"/>
              <a:t>促进个人和职业发展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72219" y="285613"/>
            <a:ext cx="11647366" cy="649224"/>
          </a:xfrm>
        </p:spPr>
        <p:txBody>
          <a:bodyPr>
            <a:normAutofit/>
          </a:bodyPr>
          <a:lstStyle/>
          <a:p>
            <a:r>
              <a:rPr lang="en-US">
                <a:latin typeface="Arial Bold" panose="020B0604020202020204" charset="0"/>
                <a:cs typeface="Arial Bold" panose="020B0604020202020204" charset="0"/>
              </a:rPr>
              <a:t>B</a:t>
            </a:r>
            <a:r>
              <a:rPr lang="en-US" altLang="zh-CN">
                <a:latin typeface="Arial Bold" panose="020B0604020202020204" charset="0"/>
                <a:cs typeface="Arial Bold" panose="020B0604020202020204" charset="0"/>
              </a:rPr>
              <a:t>rand Promise </a:t>
            </a:r>
            <a:r>
              <a:rPr lang="zh-CN" altLang="en-US" sz="3200">
                <a:latin typeface="Arial Bold" panose="020B0604020202020204" charset="0"/>
                <a:cs typeface="Arial Bold" panose="020B0604020202020204" charset="0"/>
              </a:rPr>
              <a:t>品牌承诺</a:t>
            </a:r>
            <a:endParaRPr lang="en-US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kern="1200">
                <a:latin typeface="+mj-lt"/>
                <a:ea typeface="+mj-ea"/>
                <a:cs typeface="+mj-cs"/>
              </a:rPr>
              <a:t>Toastmasters Values</a:t>
            </a:r>
            <a:endParaRPr lang="en-US"/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DAF20DFF-7E87-27E3-21F8-374E63227C1C}"/>
              </a:ext>
            </a:extLst>
          </p:cNvPr>
          <p:cNvSpPr txBox="1"/>
          <p:nvPr/>
        </p:nvSpPr>
        <p:spPr>
          <a:xfrm>
            <a:off x="6095999" y="1403696"/>
            <a:ext cx="6041813" cy="4779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0">
                <a:effectLst/>
              </a:rPr>
              <a:t>Integrity</a:t>
            </a:r>
            <a:r>
              <a:rPr lang="en-US" sz="2400" b="0" i="0">
                <a:effectLst/>
              </a:rPr>
              <a:t> - living up to the Toastmasters</a:t>
            </a: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0">
                <a:effectLst/>
              </a:rPr>
              <a:t>Respect</a:t>
            </a:r>
            <a:r>
              <a:rPr lang="en-US" sz="2000" b="1" i="0">
                <a:effectLst/>
              </a:rPr>
              <a:t> </a:t>
            </a:r>
            <a:r>
              <a:rPr lang="en-US" sz="2400" b="1" i="0">
                <a:effectLst/>
              </a:rPr>
              <a:t>-</a:t>
            </a:r>
            <a:r>
              <a:rPr lang="en-US" sz="2400" b="0" i="0">
                <a:effectLst/>
              </a:rPr>
              <a:t> understanding each other </a:t>
            </a:r>
            <a:r>
              <a:rPr lang="en-US" altLang="zh-CN" sz="2400" b="0" i="0">
                <a:effectLst/>
              </a:rPr>
              <a:t>among membership. </a:t>
            </a: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0">
                <a:effectLst/>
              </a:rPr>
              <a:t>Service</a:t>
            </a:r>
            <a:r>
              <a:rPr lang="en-US" sz="2400" b="1" i="0">
                <a:effectLst/>
              </a:rPr>
              <a:t> -</a:t>
            </a:r>
            <a:r>
              <a:rPr lang="en-US" sz="2400" b="0" i="0">
                <a:effectLst/>
              </a:rPr>
              <a:t>  stepping up when required to help the club function</a:t>
            </a: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0">
                <a:effectLst/>
              </a:rPr>
              <a:t>Excellence</a:t>
            </a:r>
            <a:r>
              <a:rPr lang="en-US" sz="2400" b="1" i="0">
                <a:effectLst/>
              </a:rPr>
              <a:t> -</a:t>
            </a:r>
            <a:r>
              <a:rPr lang="en-US" sz="2400" b="0" i="0">
                <a:effectLst/>
              </a:rPr>
              <a:t>  performing assigned duties to the best of our ability every time. 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ECECAF2-195B-B191-4267-9EDDB0510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/>
          <a:srcRect/>
          <a:stretch>
            <a:fillRect/>
          </a:stretch>
        </p:blipFill>
        <p:spPr bwMode="auto">
          <a:xfrm>
            <a:off x="277934" y="2698378"/>
            <a:ext cx="5509260" cy="146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816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Pathways</a:t>
            </a:r>
          </a:p>
        </p:txBody>
      </p:sp>
      <p:sp>
        <p:nvSpPr>
          <p:cNvPr id="9" name="TextBox 11"/>
          <p:cNvSpPr txBox="1"/>
          <p:nvPr/>
        </p:nvSpPr>
        <p:spPr>
          <a:xfrm>
            <a:off x="536199" y="8526146"/>
            <a:ext cx="200135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领导力发展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Box 12"/>
          <p:cNvSpPr txBox="1"/>
          <p:nvPr/>
        </p:nvSpPr>
        <p:spPr>
          <a:xfrm>
            <a:off x="2786639" y="8526146"/>
            <a:ext cx="200135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激励策略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3"/>
          <p:cNvSpPr txBox="1"/>
          <p:nvPr/>
        </p:nvSpPr>
        <p:spPr>
          <a:xfrm>
            <a:off x="5036911" y="8526146"/>
            <a:ext cx="200135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有说服力的影响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Box 14"/>
          <p:cNvSpPr txBox="1"/>
          <p:nvPr/>
        </p:nvSpPr>
        <p:spPr>
          <a:xfrm>
            <a:off x="7287183" y="8526146"/>
            <a:ext cx="200135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精通演讲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7"/>
          <p:cNvSpPr txBox="1"/>
          <p:nvPr/>
        </p:nvSpPr>
        <p:spPr>
          <a:xfrm>
            <a:off x="9585814" y="1030224"/>
            <a:ext cx="2082992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>
                <a:solidFill>
                  <a:srgbClr val="1D252C"/>
                </a:solidFill>
                <a:effectLst/>
                <a:latin typeface="Arial" panose="020B0604020202020204" pitchFamily="34" charset="0"/>
              </a:rPr>
              <a:t>Pathways is designed to help you build the skills you need to communicate and lead. It is comprised of </a:t>
            </a:r>
            <a:r>
              <a:rPr lang="en-US" b="1" i="0"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11 paths </a:t>
            </a:r>
            <a:r>
              <a:rPr lang="en-US" b="0" i="0">
                <a:solidFill>
                  <a:srgbClr val="1D252C"/>
                </a:solidFill>
                <a:effectLst/>
                <a:latin typeface="Arial" panose="020B0604020202020204" pitchFamily="34" charset="0"/>
              </a:rPr>
              <a:t>that teach more than </a:t>
            </a:r>
            <a:r>
              <a:rPr lang="en-US" b="1" i="0"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300 unique competencies</a:t>
            </a:r>
            <a:r>
              <a:rPr lang="en-US">
                <a:solidFill>
                  <a:srgbClr val="1D252C"/>
                </a:solidFill>
                <a:latin typeface="Arial" panose="020B0604020202020204" pitchFamily="34" charset="0"/>
              </a:rPr>
              <a:t>.</a:t>
            </a:r>
            <a:endParaRPr lang="en-US"/>
          </a:p>
        </p:txBody>
      </p:sp>
      <p:pic>
        <p:nvPicPr>
          <p:cNvPr id="19" name="图片 18" descr="图片包含 图形用户界面&#10;&#10;描述已自动生成"/>
          <p:cNvPicPr>
            <a:picLocks noChangeAspect="1"/>
          </p:cNvPicPr>
          <p:nvPr/>
        </p:nvPicPr>
        <p:blipFill rotWithShape="1">
          <a:blip r:embed="rId2" cstate="hqprint"/>
          <a:srcRect t="171"/>
          <a:stretch>
            <a:fillRect/>
          </a:stretch>
        </p:blipFill>
        <p:spPr>
          <a:xfrm>
            <a:off x="9276481" y="35240"/>
            <a:ext cx="2201068" cy="61533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6F05C5-E5BD-6624-266C-C181499FF8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8" t="65655" r="50509" b="1"/>
          <a:stretch>
            <a:fillRect/>
          </a:stretch>
        </p:blipFill>
        <p:spPr>
          <a:xfrm>
            <a:off x="1980010" y="1401313"/>
            <a:ext cx="5605630" cy="21887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14E47C-8495-B190-5262-CFA74E90E6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09" t="65655" r="1338" b="1"/>
          <a:stretch>
            <a:fillRect/>
          </a:stretch>
        </p:blipFill>
        <p:spPr>
          <a:xfrm>
            <a:off x="1968775" y="3590060"/>
            <a:ext cx="5616865" cy="21931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Leadership Structure</a:t>
            </a:r>
          </a:p>
        </p:txBody>
      </p:sp>
      <p:pic>
        <p:nvPicPr>
          <p:cNvPr id="1026" name="Picture 2" descr="District 29 Leadership - District 29 Toastmasters">
            <a:extLst>
              <a:ext uri="{FF2B5EF4-FFF2-40B4-BE49-F238E27FC236}">
                <a16:creationId xmlns:a16="http://schemas.microsoft.com/office/drawing/2014/main" id="{77B8F5DF-A9A9-4523-EAC7-ED9F48AB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05867" y="1041065"/>
            <a:ext cx="7780265" cy="514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6C249F-91ED-3166-65C0-4A42C7BFA843}"/>
              </a:ext>
            </a:extLst>
          </p:cNvPr>
          <p:cNvSpPr txBox="1"/>
          <p:nvPr/>
        </p:nvSpPr>
        <p:spPr>
          <a:xfrm>
            <a:off x="6621464" y="1715068"/>
            <a:ext cx="27249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(MISU,</a:t>
            </a:r>
            <a:r>
              <a:rPr lang="en-US">
                <a:latin typeface="Arial"/>
                <a:cs typeface="Arial"/>
              </a:rPr>
              <a:t>N</a:t>
            </a:r>
            <a:r>
              <a:rPr lang="en-US">
                <a:cs typeface="Arial"/>
              </a:rPr>
              <a:t>o.07964606)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5479B-8A99-AAAA-C585-A25C88955E1D}"/>
              </a:ext>
            </a:extLst>
          </p:cNvPr>
          <p:cNvSpPr txBox="1"/>
          <p:nvPr/>
        </p:nvSpPr>
        <p:spPr>
          <a:xfrm>
            <a:off x="6621463" y="2281996"/>
            <a:ext cx="1011936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(R3)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8C064-851D-13E8-0207-15E38F9DFC48}"/>
              </a:ext>
            </a:extLst>
          </p:cNvPr>
          <p:cNvSpPr txBox="1"/>
          <p:nvPr/>
        </p:nvSpPr>
        <p:spPr>
          <a:xfrm>
            <a:off x="6804343" y="2848924"/>
            <a:ext cx="1011936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(R)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60D17-CF9D-5310-A8AE-1DE3AB57D84E}"/>
              </a:ext>
            </a:extLst>
          </p:cNvPr>
          <p:cNvSpPr txBox="1"/>
          <p:nvPr/>
        </p:nvSpPr>
        <p:spPr>
          <a:xfrm>
            <a:off x="6804343" y="3428044"/>
            <a:ext cx="1011936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(128)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D5B1F-69BF-B410-40F7-4CF31B57D875}"/>
              </a:ext>
            </a:extLst>
          </p:cNvPr>
          <p:cNvSpPr txBox="1"/>
          <p:nvPr/>
        </p:nvSpPr>
        <p:spPr>
          <a:xfrm>
            <a:off x="6804343" y="4007164"/>
            <a:ext cx="1011936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(14)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75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Pathways</a:t>
            </a:r>
            <a:r>
              <a:rPr lang="zh-CN" altLang="en-US"/>
              <a:t> </a:t>
            </a:r>
            <a:r>
              <a:rPr lang="en-US" altLang="zh-CN"/>
              <a:t>Chart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DTM</a:t>
            </a:r>
            <a:endParaRPr lang="en-US"/>
          </a:p>
        </p:txBody>
      </p:sp>
      <p:pic>
        <p:nvPicPr>
          <p:cNvPr id="4" name="图片 3" descr="图形用户界面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491" y="938836"/>
            <a:ext cx="7761617" cy="5219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9167-16E0-FBB9-88FB-E31750F3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7D4FB7-6097-6C1C-03A1-AFA565FB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Suzhou Toastmasters Club (MiSu)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B332B-1D29-58E4-509B-04E1951637CA}"/>
              </a:ext>
            </a:extLst>
          </p:cNvPr>
          <p:cNvSpPr txBox="1"/>
          <p:nvPr/>
        </p:nvSpPr>
        <p:spPr>
          <a:xfrm>
            <a:off x="2105093" y="2560061"/>
            <a:ext cx="809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MiSu - Moving Into Success With You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268087-AB25-D772-5152-5B906C7C1B67}"/>
              </a:ext>
            </a:extLst>
          </p:cNvPr>
          <p:cNvSpPr txBox="1"/>
          <p:nvPr/>
        </p:nvSpPr>
        <p:spPr>
          <a:xfrm>
            <a:off x="194063" y="5339823"/>
            <a:ext cx="11803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Microsoft Mission: To empower every individual on the planet to achieve more.</a:t>
            </a:r>
          </a:p>
          <a:p>
            <a:r>
              <a:rPr lang="en-US"/>
              <a:t>MiSu Mission:</a:t>
            </a:r>
            <a:r>
              <a:rPr lang="zh-CN" altLang="en-US"/>
              <a:t> </a:t>
            </a:r>
            <a:r>
              <a:rPr lang="en-US" altLang="zh-CN"/>
              <a:t>To empower every individual to grow into an inspiring communicator and authentic leader.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6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DED1-07D1-B0A1-5DEE-AAC1A995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571B29-6885-27CE-4536-A8522517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Suzhou Toastmasters Club (MiSu)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94C4A-7D8F-4D91-0E38-8DBB74876632}"/>
              </a:ext>
            </a:extLst>
          </p:cNvPr>
          <p:cNvSpPr txBox="1"/>
          <p:nvPr/>
        </p:nvSpPr>
        <p:spPr>
          <a:xfrm>
            <a:off x="1267932" y="1064825"/>
            <a:ext cx="1170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2025.8.4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94991-E2FC-E5C2-E6AE-0043DB479ED2}"/>
              </a:ext>
            </a:extLst>
          </p:cNvPr>
          <p:cNvSpPr txBox="1"/>
          <p:nvPr/>
        </p:nvSpPr>
        <p:spPr>
          <a:xfrm>
            <a:off x="277932" y="1065244"/>
            <a:ext cx="111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1</a:t>
            </a:r>
            <a:r>
              <a:rPr lang="en-US" b="1" baseline="30000"/>
              <a:t>st</a:t>
            </a:r>
            <a:r>
              <a:rPr lang="en-US" b="1"/>
              <a:t>/112</a:t>
            </a:r>
            <a:r>
              <a:rPr lang="en-US" b="1" baseline="30000"/>
              <a:t>th</a:t>
            </a:r>
            <a:r>
              <a:rPr lang="en-US" b="1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3D302-259A-20B4-F180-88B4E0DD81F7}"/>
              </a:ext>
            </a:extLst>
          </p:cNvPr>
          <p:cNvSpPr txBox="1"/>
          <p:nvPr/>
        </p:nvSpPr>
        <p:spPr>
          <a:xfrm>
            <a:off x="6360387" y="1058825"/>
            <a:ext cx="13522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2026.6.22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201B8-D1C5-79BB-F50D-CDE3E4867188}"/>
              </a:ext>
            </a:extLst>
          </p:cNvPr>
          <p:cNvSpPr txBox="1"/>
          <p:nvPr/>
        </p:nvSpPr>
        <p:spPr>
          <a:xfrm>
            <a:off x="5166388" y="1065244"/>
            <a:ext cx="141300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/>
              <a:t>28</a:t>
            </a:r>
            <a:r>
              <a:rPr lang="en-US" b="1" baseline="30000"/>
              <a:t>th</a:t>
            </a:r>
            <a:r>
              <a:rPr lang="en-US" b="1"/>
              <a:t>/139</a:t>
            </a:r>
            <a:r>
              <a:rPr lang="en-US" b="1" baseline="30000"/>
              <a:t>th</a:t>
            </a:r>
            <a:r>
              <a:rPr lang="en-US" b="1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8E9CA-41DA-A0BB-6053-A537BF88B3DE}"/>
              </a:ext>
            </a:extLst>
          </p:cNvPr>
          <p:cNvSpPr txBox="1"/>
          <p:nvPr/>
        </p:nvSpPr>
        <p:spPr>
          <a:xfrm>
            <a:off x="10398428" y="1319288"/>
            <a:ext cx="1426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F38429"/>
                </a:solidFill>
              </a:rPr>
              <a:t>Success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540C4E-140B-558D-D991-BF59AEC92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18" y="1715289"/>
            <a:ext cx="7770000" cy="4398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AD4B6EEF-9DE5-3418-2DCE-8BB9CE72E8B0}"/>
              </a:ext>
            </a:extLst>
          </p:cNvPr>
          <p:cNvSpPr/>
          <p:nvPr/>
        </p:nvSpPr>
        <p:spPr>
          <a:xfrm>
            <a:off x="749387" y="1437584"/>
            <a:ext cx="9647430" cy="2310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74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9167-16E0-FBB9-88FB-E31750F3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7D4FB7-6097-6C1C-03A1-AFA565FB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join us?</a:t>
            </a: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56AF69D4-6393-7950-485C-2C6AE39221AA}"/>
              </a:ext>
            </a:extLst>
          </p:cNvPr>
          <p:cNvSpPr txBox="1">
            <a:spLocks/>
          </p:cNvSpPr>
          <p:nvPr/>
        </p:nvSpPr>
        <p:spPr>
          <a:xfrm>
            <a:off x="6622721" y="1316745"/>
            <a:ext cx="5569277" cy="226955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/>
              <a:t>R</a:t>
            </a:r>
            <a:r>
              <a:rPr lang="en-US" altLang="zh-CN" sz="2200"/>
              <a:t>egular meeting/Activity x 3 </a:t>
            </a:r>
          </a:p>
          <a:p>
            <a:pPr>
              <a:lnSpc>
                <a:spcPct val="150000"/>
              </a:lnSpc>
            </a:pPr>
            <a:r>
              <a:rPr lang="en-US" altLang="zh-CN" sz="2200"/>
              <a:t>With Table Topics x 2</a:t>
            </a:r>
          </a:p>
          <a:p>
            <a:pPr>
              <a:lnSpc>
                <a:spcPct val="150000"/>
              </a:lnSpc>
            </a:pPr>
            <a:r>
              <a:rPr lang="en-US" altLang="zh-CN" sz="2200">
                <a:ea typeface="黑体"/>
              </a:rPr>
              <a:t>200 (new member) + 100/month</a:t>
            </a:r>
            <a:endParaRPr lang="en-US" altLang="zh-CN" sz="2200">
              <a:ea typeface="黑体"/>
              <a:cs typeface="Arial"/>
            </a:endParaRP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3EB17594-E27B-0778-9A9D-61E5DA5AC98A}"/>
              </a:ext>
            </a:extLst>
          </p:cNvPr>
          <p:cNvSpPr txBox="1">
            <a:spLocks/>
          </p:cNvSpPr>
          <p:nvPr/>
        </p:nvSpPr>
        <p:spPr>
          <a:xfrm>
            <a:off x="277932" y="1175172"/>
            <a:ext cx="5569277" cy="3458395"/>
          </a:xfrm>
          <a:prstGeom prst="rect">
            <a:avLst/>
          </a:prstGeom>
        </p:spPr>
        <p:txBody>
          <a:bodyPr lIns="91440" tIns="45720" rIns="91440" bIns="4572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en-US" altLang="zh-CN" sz="2400">
                <a:ea typeface="黑体"/>
                <a:sym typeface="Wingdings" panose="05000000000000000000" pitchFamily="2" charset="2"/>
              </a:rPr>
              <a:t>Corporate Club (Open for All)</a:t>
            </a:r>
            <a:endParaRPr lang="en-US" altLang="zh-CN" sz="2400">
              <a:ea typeface="黑体"/>
              <a:cs typeface="Arial"/>
            </a:endParaRPr>
          </a:p>
          <a:p>
            <a:pPr>
              <a:lnSpc>
                <a:spcPct val="160000"/>
              </a:lnSpc>
            </a:pPr>
            <a:r>
              <a:rPr lang="en-US" altLang="zh-CN" sz="2400">
                <a:ea typeface="黑体"/>
              </a:rPr>
              <a:t>Language: English  </a:t>
            </a:r>
            <a:endParaRPr lang="en-US" altLang="zh-CN" sz="2400">
              <a:ea typeface="黑体"/>
              <a:cs typeface="Arial"/>
            </a:endParaRPr>
          </a:p>
          <a:p>
            <a:pPr>
              <a:lnSpc>
                <a:spcPct val="160000"/>
              </a:lnSpc>
            </a:pPr>
            <a:r>
              <a:rPr lang="en-US" altLang="zh-CN" sz="2400">
                <a:ea typeface="黑体"/>
                <a:sym typeface="Wingdings" panose="05000000000000000000" pitchFamily="2" charset="2"/>
              </a:rPr>
              <a:t>Meeting Time: </a:t>
            </a:r>
            <a:endParaRPr lang="en-US" altLang="zh-CN" sz="2400">
              <a:ea typeface="黑体"/>
              <a:cs typeface="Arial"/>
            </a:endParaRPr>
          </a:p>
          <a:p>
            <a:pPr lvl="1">
              <a:lnSpc>
                <a:spcPct val="160000"/>
              </a:lnSpc>
            </a:pPr>
            <a:r>
              <a:rPr lang="en-US" altLang="zh-CN">
                <a:ea typeface="黑体"/>
                <a:sym typeface="Wingdings" panose="05000000000000000000" pitchFamily="2" charset="2"/>
              </a:rPr>
              <a:t>Biweekly Monday Evening (7- 9 PM)</a:t>
            </a:r>
            <a:endParaRPr lang="en-US" altLang="zh-CN">
              <a:ea typeface="黑体"/>
              <a:cs typeface="Arial"/>
            </a:endParaRPr>
          </a:p>
          <a:p>
            <a:pPr lvl="1">
              <a:lnSpc>
                <a:spcPct val="160000"/>
              </a:lnSpc>
            </a:pPr>
            <a:r>
              <a:rPr lang="en-US" altLang="zh-CN">
                <a:ea typeface="黑体"/>
                <a:sym typeface="Wingdings" panose="05000000000000000000" pitchFamily="2" charset="2"/>
              </a:rPr>
              <a:t>Special meetings Occasionally</a:t>
            </a:r>
            <a:endParaRPr lang="en-US" altLang="zh-CN">
              <a:ea typeface="黑体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082DE-8DBE-5F09-FCE0-7459418FA0A4}"/>
              </a:ext>
            </a:extLst>
          </p:cNvPr>
          <p:cNvSpPr txBox="1"/>
          <p:nvPr/>
        </p:nvSpPr>
        <p:spPr>
          <a:xfrm>
            <a:off x="9381101" y="4121595"/>
            <a:ext cx="16713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VPM</a:t>
            </a:r>
          </a:p>
          <a:p>
            <a:pPr algn="ctr">
              <a:defRPr/>
            </a:pPr>
            <a:r>
              <a:rPr lang="en-US" sz="1600">
                <a:latin typeface="Aptos" panose="02110004020202020204"/>
              </a:rPr>
              <a:t>Serena Zhan</a:t>
            </a:r>
            <a:endParaRPr lang="en-US">
              <a:ea typeface="+mn-ea"/>
              <a:cs typeface="+mn-cs"/>
            </a:endParaRPr>
          </a:p>
        </p:txBody>
      </p:sp>
      <p:pic>
        <p:nvPicPr>
          <p:cNvPr id="2" name="Picture 1" descr="A qr code with a couple of chats&#10;&#10;AI-generated content may be incorrect.">
            <a:extLst>
              <a:ext uri="{FF2B5EF4-FFF2-40B4-BE49-F238E27FC236}">
                <a16:creationId xmlns:a16="http://schemas.microsoft.com/office/drawing/2014/main" id="{3CF7F495-5D93-0213-3ED9-B53C7C893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209" y="3583110"/>
            <a:ext cx="1677200" cy="169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07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72A8353-1649-6B01-9D25-8413774FC9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" t="21410" r="-52" b="3424"/>
          <a:stretch>
            <a:fillRect/>
          </a:stretch>
        </p:blipFill>
        <p:spPr>
          <a:xfrm>
            <a:off x="7764271" y="3759294"/>
            <a:ext cx="2468880" cy="2468880"/>
          </a:xfrm>
          <a:prstGeom prst="flowChartConnector">
            <a:avLst/>
          </a:prstGeom>
        </p:spPr>
      </p:pic>
      <p:pic>
        <p:nvPicPr>
          <p:cNvPr id="7" name="Picture 6" descr="A person in an orange shirt&#10;&#10;AI-generated content may be incorrect.">
            <a:extLst>
              <a:ext uri="{FF2B5EF4-FFF2-40B4-BE49-F238E27FC236}">
                <a16:creationId xmlns:a16="http://schemas.microsoft.com/office/drawing/2014/main" id="{8EAAF800-B4DF-382E-4DB2-783D22DA8D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331470" y="742729"/>
            <a:ext cx="2468880" cy="2468880"/>
          </a:xfrm>
          <a:prstGeom prst="ellipse">
            <a:avLst/>
          </a:prstGeom>
        </p:spPr>
      </p:pic>
      <p:pic>
        <p:nvPicPr>
          <p:cNvPr id="4" name="Picture 3" descr="A person in a green dress&#10;&#10;AI-generated content may be incorrect.">
            <a:extLst>
              <a:ext uri="{FF2B5EF4-FFF2-40B4-BE49-F238E27FC236}">
                <a16:creationId xmlns:a16="http://schemas.microsoft.com/office/drawing/2014/main" id="{2EC62B45-BC39-2105-8122-29C3AA8D398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9" t="13991" r="16498" b="41456"/>
          <a:stretch>
            <a:fillRect/>
          </a:stretch>
        </p:blipFill>
        <p:spPr>
          <a:xfrm>
            <a:off x="6325108" y="753368"/>
            <a:ext cx="2468880" cy="2468880"/>
          </a:xfrm>
          <a:prstGeom prst="ellipse">
            <a:avLst/>
          </a:prstGeom>
        </p:spPr>
      </p:pic>
      <p:pic>
        <p:nvPicPr>
          <p:cNvPr id="3" name="Picture 2" descr="A person standing on a rocky beach&#10;&#10;AI-generated content may be incorrect.">
            <a:extLst>
              <a:ext uri="{FF2B5EF4-FFF2-40B4-BE49-F238E27FC236}">
                <a16:creationId xmlns:a16="http://schemas.microsoft.com/office/drawing/2014/main" id="{B79B3059-1EE9-4612-6C38-8852B1A5A1A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4" t="24304" r="3113" b="19255"/>
          <a:stretch>
            <a:fillRect/>
          </a:stretch>
        </p:blipFill>
        <p:spPr>
          <a:xfrm>
            <a:off x="9330672" y="759935"/>
            <a:ext cx="2468880" cy="2468880"/>
          </a:xfrm>
          <a:prstGeom prst="ellipse">
            <a:avLst/>
          </a:prstGeom>
        </p:spPr>
      </p:pic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1FC4A9D2-3130-926D-84FB-89F3842EA12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2" t="16502" r="28874" b="46629"/>
          <a:stretch>
            <a:fillRect/>
          </a:stretch>
        </p:blipFill>
        <p:spPr>
          <a:xfrm>
            <a:off x="337832" y="742729"/>
            <a:ext cx="2468880" cy="2468880"/>
          </a:xfrm>
          <a:prstGeom prst="ellipse">
            <a:avLst/>
          </a:prstGeom>
        </p:spPr>
      </p:pic>
      <p:pic>
        <p:nvPicPr>
          <p:cNvPr id="11" name="Picture 10" descr="A person in a white suit&#10;&#10;AI-generated content may be incorrect.">
            <a:extLst>
              <a:ext uri="{FF2B5EF4-FFF2-40B4-BE49-F238E27FC236}">
                <a16:creationId xmlns:a16="http://schemas.microsoft.com/office/drawing/2014/main" id="{CBBB3EAA-1C66-C245-228A-85AF8D3C2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347" y="3759294"/>
            <a:ext cx="2468880" cy="2468880"/>
          </a:xfrm>
          <a:prstGeom prst="ellipse">
            <a:avLst/>
          </a:prstGeom>
        </p:spPr>
      </p:pic>
      <p:pic>
        <p:nvPicPr>
          <p:cNvPr id="13" name="Picture 12" descr="A person in a black shirt&#10;&#10;AI-generated content may be incorrect.">
            <a:extLst>
              <a:ext uri="{FF2B5EF4-FFF2-40B4-BE49-F238E27FC236}">
                <a16:creationId xmlns:a16="http://schemas.microsoft.com/office/drawing/2014/main" id="{D7780CC6-78D5-5E6A-A4E8-5CE838B5E78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t="2780" r="1195" b="24261"/>
          <a:stretch>
            <a:fillRect/>
          </a:stretch>
        </p:blipFill>
        <p:spPr>
          <a:xfrm>
            <a:off x="4861560" y="3759294"/>
            <a:ext cx="2468880" cy="2468880"/>
          </a:xfrm>
          <a:prstGeom prst="ellipse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C2A81B-A76B-35A0-6328-68710861B247}"/>
              </a:ext>
            </a:extLst>
          </p:cNvPr>
          <p:cNvSpPr txBox="1"/>
          <p:nvPr/>
        </p:nvSpPr>
        <p:spPr>
          <a:xfrm>
            <a:off x="465071" y="3211609"/>
            <a:ext cx="220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President</a:t>
            </a:r>
          </a:p>
          <a:p>
            <a:pPr algn="ctr">
              <a:defRPr/>
            </a:pPr>
            <a:r>
              <a:rPr lang="en-US" sz="1600">
                <a:solidFill>
                  <a:prstClr val="black"/>
                </a:solidFill>
              </a:rPr>
              <a:t>Cecily Wang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A03E8A-3B62-8009-0424-3CFEA69060AC}"/>
              </a:ext>
            </a:extLst>
          </p:cNvPr>
          <p:cNvSpPr txBox="1"/>
          <p:nvPr/>
        </p:nvSpPr>
        <p:spPr>
          <a:xfrm>
            <a:off x="3464672" y="3211609"/>
            <a:ext cx="220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Chao Chen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A78E0D-55F7-FACD-E9B9-EC8F91AFC916}"/>
              </a:ext>
            </a:extLst>
          </p:cNvPr>
          <p:cNvSpPr txBox="1"/>
          <p:nvPr/>
        </p:nvSpPr>
        <p:spPr>
          <a:xfrm>
            <a:off x="6464273" y="3211609"/>
            <a:ext cx="220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VPM</a:t>
            </a:r>
          </a:p>
          <a:p>
            <a:pPr lvl="0" algn="ctr">
              <a:defRPr/>
            </a:pPr>
            <a:r>
              <a:rPr lang="en-US" sz="1600">
                <a:solidFill>
                  <a:prstClr val="black"/>
                </a:solidFill>
              </a:rPr>
              <a:t>Serena Zhan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C00A7-4908-4AFC-DE70-9EE4022869C2}"/>
              </a:ext>
            </a:extLst>
          </p:cNvPr>
          <p:cNvSpPr txBox="1"/>
          <p:nvPr/>
        </p:nvSpPr>
        <p:spPr>
          <a:xfrm>
            <a:off x="9489615" y="3211609"/>
            <a:ext cx="220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VPPR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prstClr val="black"/>
                </a:solidFill>
                <a:latin typeface="Aptos" panose="02110004020202020204"/>
              </a:rPr>
              <a:t>Sophia Chen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937F22-10E1-FD34-3944-CA4522723A8D}"/>
              </a:ext>
            </a:extLst>
          </p:cNvPr>
          <p:cNvSpPr txBox="1"/>
          <p:nvPr/>
        </p:nvSpPr>
        <p:spPr>
          <a:xfrm>
            <a:off x="4969021" y="6273225"/>
            <a:ext cx="220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Treasurer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Johnny Yao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CB6128-10A8-ADCD-0034-9CB51D98D079}"/>
              </a:ext>
            </a:extLst>
          </p:cNvPr>
          <p:cNvSpPr txBox="1"/>
          <p:nvPr/>
        </p:nvSpPr>
        <p:spPr>
          <a:xfrm>
            <a:off x="7897473" y="6273225"/>
            <a:ext cx="220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Tao Lu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32E7EF-A5EC-BB82-BDE4-5C0AA0B7422A}"/>
              </a:ext>
            </a:extLst>
          </p:cNvPr>
          <p:cNvSpPr txBox="1"/>
          <p:nvPr/>
        </p:nvSpPr>
        <p:spPr>
          <a:xfrm>
            <a:off x="1912895" y="6273225"/>
            <a:ext cx="220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Secretary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Jiajia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Bao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C6971E-E394-72C4-1B57-7A675E9B497C}"/>
              </a:ext>
            </a:extLst>
          </p:cNvPr>
          <p:cNvSpPr txBox="1"/>
          <p:nvPr/>
        </p:nvSpPr>
        <p:spPr>
          <a:xfrm>
            <a:off x="2223505" y="32890"/>
            <a:ext cx="7876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MiSu 1</a:t>
            </a:r>
            <a:r>
              <a:rPr kumimoji="0" lang="en-US" altLang="zh-CN" sz="3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st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 Officer Team (2025.9 – 2026.6)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410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3264408" y="4195984"/>
            <a:ext cx="5663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cap="all">
                <a:solidFill>
                  <a:srgbClr val="FFC000">
                    <a:alpha val="0"/>
                  </a:srgbClr>
                </a:solidFill>
                <a:latin typeface="myriad-pro"/>
              </a:rPr>
              <a:t>WHERE LEADERS ARE MADE</a:t>
            </a:r>
            <a:endParaRPr lang="en-US" sz="3600">
              <a:solidFill>
                <a:srgbClr val="FFC000">
                  <a:alpha val="0"/>
                </a:srgbClr>
              </a:solidFill>
            </a:endParaRPr>
          </a:p>
        </p:txBody>
      </p:sp>
      <p:pic>
        <p:nvPicPr>
          <p:cNvPr id="14" name="图片 13" descr="徽标&#10;&#10;中度可信度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011" y="4481336"/>
            <a:ext cx="5795977" cy="965996"/>
          </a:xfrm>
          <a:prstGeom prst="rect">
            <a:avLst/>
          </a:prstGeom>
        </p:spPr>
      </p:pic>
      <p:pic>
        <p:nvPicPr>
          <p:cNvPr id="6" name="图片 4"/>
          <p:cNvPicPr>
            <a:picLocks noChangeAspect="1"/>
          </p:cNvPicPr>
          <p:nvPr/>
        </p:nvPicPr>
        <p:blipFill>
          <a:blip r:embed="rId3" cstate="hqprint"/>
          <a:srcRect/>
          <a:stretch>
            <a:fillRect/>
          </a:stretch>
        </p:blipFill>
        <p:spPr>
          <a:xfrm>
            <a:off x="4286871" y="1264405"/>
            <a:ext cx="3618259" cy="3162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30E1-F4A3-71CC-3FA9-77EE7CB1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BF8165EC-F03C-12AA-2599-2B04B567A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143" y="1523999"/>
            <a:ext cx="10377714" cy="22642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4800" b="1" dirty="0">
                <a:solidFill>
                  <a:srgbClr val="FEEE9F"/>
                </a:solidFill>
                <a:ea typeface="黑体"/>
              </a:rPr>
              <a:t>TBD</a:t>
            </a:r>
          </a:p>
          <a:p>
            <a:pPr>
              <a:lnSpc>
                <a:spcPct val="170000"/>
              </a:lnSpc>
            </a:pPr>
            <a:r>
              <a:rPr lang="en-US" altLang="zh-CN" sz="4800" b="1" dirty="0">
                <a:solidFill>
                  <a:srgbClr val="FEEE9F"/>
                </a:solidFill>
                <a:ea typeface="黑体"/>
              </a:rPr>
              <a:t>TBD</a:t>
            </a:r>
            <a:endParaRPr lang="zh-CN" altLang="en-US" sz="4800" b="1" dirty="0">
              <a:solidFill>
                <a:srgbClr val="FEEE9F"/>
              </a:solidFill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789549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3264408" y="4195984"/>
            <a:ext cx="5663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cap="all">
                <a:solidFill>
                  <a:srgbClr val="FFC000">
                    <a:alpha val="0"/>
                  </a:srgbClr>
                </a:solidFill>
                <a:latin typeface="myriad-pro"/>
              </a:rPr>
              <a:t>WHERE LEADERS ARE MADE</a:t>
            </a:r>
            <a:endParaRPr lang="en-US" sz="3600">
              <a:solidFill>
                <a:srgbClr val="FFC000">
                  <a:alpha val="0"/>
                </a:srgbClr>
              </a:solidFill>
            </a:endParaRPr>
          </a:p>
        </p:txBody>
      </p:sp>
      <p:sp>
        <p:nvSpPr>
          <p:cNvPr id="2" name="MISU_FIELD:section">
            <a:extLst>
              <a:ext uri="{FF2B5EF4-FFF2-40B4-BE49-F238E27FC236}">
                <a16:creationId xmlns:a16="http://schemas.microsoft.com/office/drawing/2014/main" id="{CEA4B903-5D9C-371B-C67F-F05192CE87C8}"/>
              </a:ext>
            </a:extLst>
          </p:cNvPr>
          <p:cNvSpPr txBox="1"/>
          <p:nvPr/>
        </p:nvSpPr>
        <p:spPr>
          <a:xfrm>
            <a:off x="1099931" y="1715382"/>
            <a:ext cx="9753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>
                <a:solidFill>
                  <a:srgbClr val="FEEE9F"/>
                </a:solidFill>
              </a:rPr>
              <a:t>TBD</a:t>
            </a:r>
          </a:p>
          <a:p>
            <a:pPr algn="ctr"/>
            <a:r>
              <a:rPr lang="en-US" altLang="zh-CN" sz="7200" b="1">
                <a:solidFill>
                  <a:srgbClr val="FEEE9F"/>
                </a:solidFill>
              </a:rPr>
              <a:t>TBD</a:t>
            </a:r>
            <a:endParaRPr lang="zh-CN" altLang="en-US" sz="7200" b="1">
              <a:solidFill>
                <a:srgbClr val="FEEE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8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81945-F114-AF47-9C8E-BFDB551C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BF254DFE-1D81-A334-B3AB-A2AE43D22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143" y="1523999"/>
            <a:ext cx="10377714" cy="22642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4800" b="1" dirty="0">
                <a:solidFill>
                  <a:srgbClr val="FEEE9F"/>
                </a:solidFill>
                <a:ea typeface="黑体"/>
              </a:rPr>
              <a:t>TBD</a:t>
            </a:r>
          </a:p>
          <a:p>
            <a:pPr>
              <a:lnSpc>
                <a:spcPct val="170000"/>
              </a:lnSpc>
            </a:pPr>
            <a:r>
              <a:rPr lang="en-US" altLang="zh-CN" sz="4800" b="1" dirty="0">
                <a:solidFill>
                  <a:srgbClr val="FEEE9F"/>
                </a:solidFill>
                <a:ea typeface="黑体"/>
              </a:rPr>
              <a:t>TBD</a:t>
            </a:r>
            <a:endParaRPr lang="zh-CN" altLang="en-US" sz="4800" b="1" dirty="0">
              <a:solidFill>
                <a:srgbClr val="FEEE9F"/>
              </a:solidFill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3163087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8F7E-BDB9-D837-1734-181E37AD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15C65269-6E07-0DAB-3C67-67012B758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143" y="1523999"/>
            <a:ext cx="10377714" cy="22642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4800" b="1" dirty="0">
                <a:solidFill>
                  <a:srgbClr val="FEEE9F"/>
                </a:solidFill>
                <a:ea typeface="黑体"/>
              </a:rPr>
              <a:t>TBD</a:t>
            </a:r>
          </a:p>
          <a:p>
            <a:pPr>
              <a:lnSpc>
                <a:spcPct val="170000"/>
              </a:lnSpc>
            </a:pPr>
            <a:r>
              <a:rPr lang="en-US" altLang="zh-CN" sz="4800" b="1" dirty="0">
                <a:solidFill>
                  <a:srgbClr val="FEEE9F"/>
                </a:solidFill>
                <a:ea typeface="黑体"/>
              </a:rPr>
              <a:t>TBD</a:t>
            </a:r>
            <a:endParaRPr lang="zh-CN" altLang="en-US" sz="4800" b="1" dirty="0">
              <a:solidFill>
                <a:srgbClr val="FEEE9F"/>
              </a:solidFill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1426910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42611-4BD0-4610-9F6F-D30CFAADC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A18BE83-7F9C-FE8C-0F31-1609E0D4F179}"/>
              </a:ext>
            </a:extLst>
          </p:cNvPr>
          <p:cNvSpPr txBox="1"/>
          <p:nvPr/>
        </p:nvSpPr>
        <p:spPr>
          <a:xfrm>
            <a:off x="3264408" y="4195984"/>
            <a:ext cx="5663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cap="all">
                <a:solidFill>
                  <a:srgbClr val="FFC000">
                    <a:alpha val="0"/>
                  </a:srgbClr>
                </a:solidFill>
                <a:latin typeface="myriad-pro"/>
              </a:rPr>
              <a:t>WHERE LEADERS ARE MADE</a:t>
            </a:r>
            <a:endParaRPr lang="en-US" sz="3600">
              <a:solidFill>
                <a:srgbClr val="FFC000">
                  <a:alpha val="0"/>
                </a:srgbClr>
              </a:solidFill>
            </a:endParaRPr>
          </a:p>
        </p:txBody>
      </p:sp>
      <p:sp>
        <p:nvSpPr>
          <p:cNvPr id="2" name="MISU_FIELD:section">
            <a:extLst>
              <a:ext uri="{FF2B5EF4-FFF2-40B4-BE49-F238E27FC236}">
                <a16:creationId xmlns:a16="http://schemas.microsoft.com/office/drawing/2014/main" id="{B40770AF-2DB6-77E8-FCE1-0C07FFC79506}"/>
              </a:ext>
            </a:extLst>
          </p:cNvPr>
          <p:cNvSpPr txBox="1"/>
          <p:nvPr/>
        </p:nvSpPr>
        <p:spPr>
          <a:xfrm>
            <a:off x="1099931" y="1715382"/>
            <a:ext cx="9753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>
                <a:solidFill>
                  <a:srgbClr val="FEEE9F"/>
                </a:solidFill>
              </a:rPr>
              <a:t>TBD</a:t>
            </a:r>
            <a:endParaRPr lang="zh-CN" altLang="en-US" sz="7200" b="1">
              <a:solidFill>
                <a:srgbClr val="FEEE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96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D7466DB3-ECDD-7570-258A-D45DFF01D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75508"/>
            <a:ext cx="12192000" cy="22642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  <a:cs typeface="Arial"/>
              </a:rPr>
              <a:t>TBD</a:t>
            </a:r>
          </a:p>
          <a:p>
            <a:pPr>
              <a:lnSpc>
                <a:spcPct val="15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  <a:cs typeface="Arial"/>
              </a:rPr>
              <a:t>TBD</a:t>
            </a:r>
            <a:endParaRPr lang="en-US" altLang="zh-CN" sz="4800" b="1" dirty="0">
              <a:solidFill>
                <a:srgbClr val="FEEE9F"/>
              </a:solidFill>
              <a:ea typeface="黑体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7421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C0C0F-EFE7-C035-981E-B4DF89A00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C646C090-C27C-72F4-FBDE-99345DB11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75508"/>
            <a:ext cx="12192000" cy="22642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  <a:cs typeface="Arial"/>
              </a:rPr>
              <a:t>TBD</a:t>
            </a:r>
          </a:p>
          <a:p>
            <a:pPr>
              <a:lnSpc>
                <a:spcPct val="15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  <a:cs typeface="Arial"/>
              </a:rPr>
              <a:t>TBD</a:t>
            </a:r>
            <a:endParaRPr lang="en-US" altLang="zh-CN" sz="4800" b="1" dirty="0">
              <a:solidFill>
                <a:srgbClr val="FEEE9F"/>
              </a:solidFill>
              <a:ea typeface="黑体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5037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1E735-9FEA-98BE-BA85-8D5AE31B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ISU_FIELD:heading">
            <a:extLst>
              <a:ext uri="{FF2B5EF4-FFF2-40B4-BE49-F238E27FC236}">
                <a16:creationId xmlns:a16="http://schemas.microsoft.com/office/drawing/2014/main" id="{3C63BC3D-8C9B-D21F-BAF6-F7F1665D5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309" y="2020901"/>
            <a:ext cx="11449210" cy="1306286"/>
          </a:xfrm>
        </p:spPr>
        <p:txBody>
          <a:bodyPr>
            <a:noAutofit/>
          </a:bodyPr>
          <a:lstStyle/>
          <a:p>
            <a:r>
              <a:rPr lang="en-US" altLang="zh-CN" sz="7200"/>
              <a:t>TBD</a:t>
            </a:r>
            <a:endParaRPr lang="zh-CN" altLang="en-US" sz="7200"/>
          </a:p>
        </p:txBody>
      </p:sp>
    </p:spTree>
    <p:extLst>
      <p:ext uri="{BB962C8B-B14F-4D97-AF65-F5344CB8AC3E}">
        <p14:creationId xmlns:p14="http://schemas.microsoft.com/office/powerpoint/2010/main" val="163416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5E871-8BA1-3907-DCAA-4C9B78E0D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2507B29-6059-ED9C-4B84-A9D38B94450F}"/>
              </a:ext>
            </a:extLst>
          </p:cNvPr>
          <p:cNvSpPr txBox="1"/>
          <p:nvPr/>
        </p:nvSpPr>
        <p:spPr>
          <a:xfrm>
            <a:off x="3264408" y="4195984"/>
            <a:ext cx="5663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cap="all">
                <a:solidFill>
                  <a:srgbClr val="FFC000">
                    <a:alpha val="0"/>
                  </a:srgbClr>
                </a:solidFill>
                <a:latin typeface="myriad-pro"/>
              </a:rPr>
              <a:t>WHERE LEADERS ARE MADE</a:t>
            </a:r>
            <a:endParaRPr lang="en-US" sz="3600">
              <a:solidFill>
                <a:srgbClr val="FFC000">
                  <a:alpha val="0"/>
                </a:srgbClr>
              </a:solidFill>
            </a:endParaRPr>
          </a:p>
        </p:txBody>
      </p:sp>
      <p:sp>
        <p:nvSpPr>
          <p:cNvPr id="2" name="MISU_FIELD:section">
            <a:extLst>
              <a:ext uri="{FF2B5EF4-FFF2-40B4-BE49-F238E27FC236}">
                <a16:creationId xmlns:a16="http://schemas.microsoft.com/office/drawing/2014/main" id="{2D046294-C997-DEAF-3457-34017EE61A30}"/>
              </a:ext>
            </a:extLst>
          </p:cNvPr>
          <p:cNvSpPr txBox="1"/>
          <p:nvPr/>
        </p:nvSpPr>
        <p:spPr>
          <a:xfrm>
            <a:off x="1099931" y="1715382"/>
            <a:ext cx="975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>
                <a:solidFill>
                  <a:srgbClr val="FEEE9F"/>
                </a:solidFill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7380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60669-718D-FD88-70A6-27CADF30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336BEB2D-20FD-9AFD-9FAA-D44B85FD0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75508"/>
            <a:ext cx="12192000" cy="22642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FEEE9F"/>
                </a:solidFill>
                <a:ea typeface="黑体"/>
                <a:cs typeface="Arial"/>
              </a:rPr>
              <a:t>TBD</a:t>
            </a:r>
          </a:p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FEEE9F"/>
                </a:solidFill>
                <a:ea typeface="黑体"/>
                <a:cs typeface="Arial"/>
              </a:rPr>
              <a:t>TBD</a:t>
            </a:r>
            <a:endParaRPr lang="en-US" altLang="zh-CN" sz="4800" b="1" dirty="0">
              <a:solidFill>
                <a:srgbClr val="FEEE9F"/>
              </a:solidFill>
              <a:ea typeface="黑体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3822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ISU_FIELD:heading">
            <a:extLst>
              <a:ext uri="{FF2B5EF4-FFF2-40B4-BE49-F238E27FC236}">
                <a16:creationId xmlns:a16="http://schemas.microsoft.com/office/drawing/2014/main" id="{96CDF1B7-04AB-57D1-2045-226DEFC8F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7480"/>
            <a:ext cx="9144000" cy="731520"/>
          </a:xfrm>
        </p:spPr>
        <p:txBody>
          <a:bodyPr>
            <a:noAutofit/>
          </a:bodyPr>
          <a:lstStyle/>
          <a:p>
            <a:r>
              <a:rPr lang="en-US" altLang="zh-CN" sz="7200"/>
              <a:t>TBD</a:t>
            </a:r>
            <a:endParaRPr lang="zh-CN" altLang="en-US" sz="7200"/>
          </a:p>
        </p:txBody>
      </p:sp>
    </p:spTree>
    <p:extLst>
      <p:ext uri="{BB962C8B-B14F-4D97-AF65-F5344CB8AC3E}">
        <p14:creationId xmlns:p14="http://schemas.microsoft.com/office/powerpoint/2010/main" val="999062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3C2F-7D21-FED2-2DAC-2BC8D817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reports">
            <a:extLst>
              <a:ext uri="{FF2B5EF4-FFF2-40B4-BE49-F238E27FC236}">
                <a16:creationId xmlns:a16="http://schemas.microsoft.com/office/drawing/2014/main" id="{0A616B36-983B-A01C-E1BA-F07790108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015" y="59473"/>
            <a:ext cx="11672047" cy="4921404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b="1" dirty="0">
                <a:solidFill>
                  <a:srgbClr val="FEEE9F"/>
                </a:solidFill>
                <a:ea typeface="黑体"/>
              </a:rPr>
              <a:t>TBD</a:t>
            </a:r>
          </a:p>
          <a:p>
            <a:pPr>
              <a:lnSpc>
                <a:spcPct val="170000"/>
              </a:lnSpc>
            </a:pPr>
            <a:r>
              <a:rPr lang="en-US" altLang="zh-CN" b="1" dirty="0">
                <a:solidFill>
                  <a:srgbClr val="FEEE9F"/>
                </a:solidFill>
                <a:ea typeface="黑体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844421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2B840-AE5A-FC41-F0D3-2A46AB19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203421DA-8B01-CF28-5709-730B03173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976" y="1162851"/>
            <a:ext cx="11672047" cy="2863584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5400" b="1" dirty="0">
                <a:solidFill>
                  <a:srgbClr val="FEEE9F"/>
                </a:solidFill>
                <a:ea typeface="黑体"/>
              </a:rPr>
              <a:t>TBD</a:t>
            </a:r>
          </a:p>
          <a:p>
            <a:pPr>
              <a:lnSpc>
                <a:spcPct val="17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992903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5D84-2E1F-B5F6-4A89-9068BD79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reports">
            <a:extLst>
              <a:ext uri="{FF2B5EF4-FFF2-40B4-BE49-F238E27FC236}">
                <a16:creationId xmlns:a16="http://schemas.microsoft.com/office/drawing/2014/main" id="{318582E3-7BDD-6859-98F0-4D819FEA2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006" y="911677"/>
            <a:ext cx="10778833" cy="400322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</a:rPr>
              <a:t>TBD</a:t>
            </a:r>
          </a:p>
          <a:p>
            <a:pPr>
              <a:lnSpc>
                <a:spcPct val="17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</a:rPr>
              <a:t>TBD</a:t>
            </a:r>
            <a:endParaRPr lang="en-US" altLang="zh-CN" sz="4400" dirty="0">
              <a:cs typeface="Arial"/>
            </a:endParaRPr>
          </a:p>
          <a:p>
            <a:pPr>
              <a:lnSpc>
                <a:spcPct val="170000"/>
              </a:lnSpc>
            </a:pPr>
            <a:endParaRPr lang="en-US" altLang="zh-CN" sz="4400" b="1" dirty="0">
              <a:solidFill>
                <a:srgbClr val="FEEE9F"/>
              </a:solidFill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1380766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DEEC-A445-0F9C-CB7F-413892B5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session">
            <a:extLst>
              <a:ext uri="{FF2B5EF4-FFF2-40B4-BE49-F238E27FC236}">
                <a16:creationId xmlns:a16="http://schemas.microsoft.com/office/drawing/2014/main" id="{6EB00FD1-C5BF-519E-E872-6B82DE364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143" y="1582911"/>
            <a:ext cx="10377714" cy="184608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  <a:cs typeface="Arial"/>
              </a:rPr>
              <a:t>TBD</a:t>
            </a:r>
          </a:p>
          <a:p>
            <a:pPr>
              <a:lnSpc>
                <a:spcPct val="170000"/>
              </a:lnSpc>
            </a:pPr>
            <a:r>
              <a:rPr lang="en-US" altLang="zh-CN" sz="4400" b="1" dirty="0">
                <a:solidFill>
                  <a:srgbClr val="FEEE9F"/>
                </a:solidFill>
                <a:ea typeface="黑体"/>
                <a:cs typeface="Arial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91745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heading">
            <a:extLst>
              <a:ext uri="{FF2B5EF4-FFF2-40B4-BE49-F238E27FC236}">
                <a16:creationId xmlns:a16="http://schemas.microsoft.com/office/drawing/2014/main" id="{AD2F3528-1231-67FE-3B95-8360D8290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270" y="1020418"/>
            <a:ext cx="9144000" cy="2223052"/>
          </a:xfrm>
        </p:spPr>
        <p:txBody>
          <a:bodyPr>
            <a:noAutofit/>
          </a:bodyPr>
          <a:lstStyle/>
          <a:p>
            <a:r>
              <a:rPr lang="en-US" altLang="zh-CN" sz="7200"/>
              <a:t>TBD</a:t>
            </a:r>
            <a:endParaRPr lang="zh-CN" altLang="en-US" sz="7200"/>
          </a:p>
        </p:txBody>
      </p:sp>
    </p:spTree>
    <p:extLst>
      <p:ext uri="{BB962C8B-B14F-4D97-AF65-F5344CB8AC3E}">
        <p14:creationId xmlns:p14="http://schemas.microsoft.com/office/powerpoint/2010/main" val="29608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heading">
            <a:extLst>
              <a:ext uri="{FF2B5EF4-FFF2-40B4-BE49-F238E27FC236}">
                <a16:creationId xmlns:a16="http://schemas.microsoft.com/office/drawing/2014/main" id="{AD2F3528-1231-67FE-3B95-8360D8290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270" y="1510749"/>
            <a:ext cx="9144000" cy="2223052"/>
          </a:xfrm>
        </p:spPr>
        <p:txBody>
          <a:bodyPr>
            <a:noAutofit/>
          </a:bodyPr>
          <a:lstStyle/>
          <a:p>
            <a:r>
              <a:rPr lang="en-US" altLang="zh-CN" sz="8000"/>
              <a:t>TBD</a:t>
            </a:r>
            <a:endParaRPr lang="zh-CN" altLang="en-US" sz="8800"/>
          </a:p>
        </p:txBody>
      </p:sp>
    </p:spTree>
    <p:extLst>
      <p:ext uri="{BB962C8B-B14F-4D97-AF65-F5344CB8AC3E}">
        <p14:creationId xmlns:p14="http://schemas.microsoft.com/office/powerpoint/2010/main" val="25867420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ISU_FIELD:heading">
            <a:extLst>
              <a:ext uri="{FF2B5EF4-FFF2-40B4-BE49-F238E27FC236}">
                <a16:creationId xmlns:a16="http://schemas.microsoft.com/office/drawing/2014/main" id="{AD2F3528-1231-67FE-3B95-8360D8290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270" y="1401567"/>
            <a:ext cx="9144000" cy="2223052"/>
          </a:xfrm>
        </p:spPr>
        <p:txBody>
          <a:bodyPr>
            <a:noAutofit/>
          </a:bodyPr>
          <a:lstStyle/>
          <a:p>
            <a:r>
              <a:rPr lang="en-US" altLang="zh-CN" sz="8000"/>
              <a:t>TBD</a:t>
            </a:r>
            <a:endParaRPr lang="zh-CN" altLang="en-US" sz="8000"/>
          </a:p>
        </p:txBody>
      </p:sp>
    </p:spTree>
    <p:extLst>
      <p:ext uri="{BB962C8B-B14F-4D97-AF65-F5344CB8AC3E}">
        <p14:creationId xmlns:p14="http://schemas.microsoft.com/office/powerpoint/2010/main" val="730105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in an orange shirt&#10;&#10;AI-generated content may be incorrect.">
            <a:extLst>
              <a:ext uri="{FF2B5EF4-FFF2-40B4-BE49-F238E27FC236}">
                <a16:creationId xmlns:a16="http://schemas.microsoft.com/office/drawing/2014/main" id="{6D7E7198-29FA-7D95-5177-85BDFCF18D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153853" y="2194560"/>
            <a:ext cx="2468880" cy="2468880"/>
          </a:xfrm>
          <a:prstGeom prst="ellipse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86F079E-2BB0-97E7-4858-3B3E94B94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647" y="476056"/>
            <a:ext cx="11212642" cy="731520"/>
          </a:xfrm>
        </p:spPr>
        <p:txBody>
          <a:bodyPr>
            <a:normAutofit/>
          </a:bodyPr>
          <a:lstStyle/>
          <a:p>
            <a:r>
              <a:rPr lang="en-US" altLang="zh-CN" sz="3600"/>
              <a:t>Appreciation to Team</a:t>
            </a:r>
            <a:endParaRPr lang="zh-CN" altLang="en-US" sz="3600"/>
          </a:p>
        </p:txBody>
      </p:sp>
      <p:sp>
        <p:nvSpPr>
          <p:cNvPr id="4" name="MISU_FIELD:appreciation.manager">
            <a:extLst>
              <a:ext uri="{FF2B5EF4-FFF2-40B4-BE49-F238E27FC236}">
                <a16:creationId xmlns:a16="http://schemas.microsoft.com/office/drawing/2014/main" id="{8E4C4E35-667E-2DC8-9233-D1A79A10FA1E}"/>
              </a:ext>
            </a:extLst>
          </p:cNvPr>
          <p:cNvSpPr txBox="1"/>
          <p:nvPr/>
        </p:nvSpPr>
        <p:spPr>
          <a:xfrm>
            <a:off x="3287055" y="4663440"/>
            <a:ext cx="220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Meeting Manager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TBD</a:t>
            </a:r>
          </a:p>
        </p:txBody>
      </p:sp>
      <p:sp>
        <p:nvSpPr>
          <p:cNvPr id="6" name="MISU_FIELD:appreciation.photographer">
            <a:extLst>
              <a:ext uri="{FF2B5EF4-FFF2-40B4-BE49-F238E27FC236}">
                <a16:creationId xmlns:a16="http://schemas.microsoft.com/office/drawing/2014/main" id="{C0227864-A5A3-8DA5-B4D7-6A496C1D368C}"/>
              </a:ext>
            </a:extLst>
          </p:cNvPr>
          <p:cNvSpPr txBox="1"/>
          <p:nvPr/>
        </p:nvSpPr>
        <p:spPr>
          <a:xfrm>
            <a:off x="7075172" y="4713707"/>
            <a:ext cx="220247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Photographer</a:t>
            </a:r>
          </a:p>
          <a:p>
            <a:pPr algn="ctr">
              <a:defRPr/>
            </a:pPr>
            <a:r>
              <a:rPr lang="en-US" sz="1600">
                <a:latin typeface="Aptos" panose="02110004020202020204"/>
              </a:rPr>
              <a:t>TBD</a:t>
            </a:r>
            <a:endParaRPr lang="en-US">
              <a:ea typeface="+mn-ea"/>
              <a:cs typeface="+mn-cs"/>
            </a:endParaRPr>
          </a:p>
        </p:txBody>
      </p:sp>
      <p:pic>
        <p:nvPicPr>
          <p:cNvPr id="7" name="Picture 6" descr="A person taking a selfie in front of water with a city in the background&#10;&#10;AI-generated content may be incorrect.">
            <a:extLst>
              <a:ext uri="{FF2B5EF4-FFF2-40B4-BE49-F238E27FC236}">
                <a16:creationId xmlns:a16="http://schemas.microsoft.com/office/drawing/2014/main" id="{B79F8C18-A6FA-4A4C-D256-7F729B48CF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" t="21410" r="-52" b="3424"/>
          <a:stretch>
            <a:fillRect/>
          </a:stretch>
        </p:blipFill>
        <p:spPr>
          <a:xfrm>
            <a:off x="6938391" y="2194228"/>
            <a:ext cx="2468880" cy="2468880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16511897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D2F3528-1231-67FE-3B95-8360D8290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019" y="115502"/>
            <a:ext cx="9144000" cy="968047"/>
          </a:xfrm>
        </p:spPr>
        <p:txBody>
          <a:bodyPr>
            <a:noAutofit/>
          </a:bodyPr>
          <a:lstStyle/>
          <a:p>
            <a:r>
              <a:rPr lang="en-US" altLang="zh-CN" sz="3600"/>
              <a:t>MISU Officer Team(2026.07-2027.06)</a:t>
            </a:r>
            <a:endParaRPr lang="zh-CN" altLang="en-US" sz="3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C5D8A0-7F1F-56FB-5F36-8670306ABCC9}"/>
              </a:ext>
            </a:extLst>
          </p:cNvPr>
          <p:cNvSpPr txBox="1"/>
          <p:nvPr/>
        </p:nvSpPr>
        <p:spPr>
          <a:xfrm>
            <a:off x="90327" y="4323175"/>
            <a:ext cx="171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 President</a:t>
            </a:r>
          </a:p>
          <a:p>
            <a:r>
              <a:rPr lang="en-US" altLang="zh-CN" sz="2000"/>
              <a:t>Cecily Wang</a:t>
            </a:r>
            <a:endParaRPr lang="zh-CN" altLang="en-US" sz="20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A2D86F4-1F46-BC42-0BAF-D91C8DE3CA7E}"/>
              </a:ext>
            </a:extLst>
          </p:cNvPr>
          <p:cNvSpPr txBox="1"/>
          <p:nvPr/>
        </p:nvSpPr>
        <p:spPr>
          <a:xfrm>
            <a:off x="3449123" y="4299285"/>
            <a:ext cx="171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 VPM</a:t>
            </a:r>
          </a:p>
          <a:p>
            <a:pPr algn="ctr"/>
            <a:r>
              <a:rPr lang="en-US" altLang="zh-CN" sz="2000"/>
              <a:t>Serena Zhan</a:t>
            </a:r>
            <a:endParaRPr lang="zh-CN" altLang="en-US" sz="20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CD54F1-1A9B-D406-FCCF-CC39E11210CC}"/>
              </a:ext>
            </a:extLst>
          </p:cNvPr>
          <p:cNvSpPr txBox="1"/>
          <p:nvPr/>
        </p:nvSpPr>
        <p:spPr>
          <a:xfrm>
            <a:off x="1738163" y="4296792"/>
            <a:ext cx="171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 VPE</a:t>
            </a:r>
          </a:p>
          <a:p>
            <a:pPr algn="ctr"/>
            <a:r>
              <a:rPr lang="en-US" altLang="zh-CN" sz="2000"/>
              <a:t>Chao Chen</a:t>
            </a:r>
            <a:endParaRPr lang="zh-CN" altLang="en-US" sz="20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7429C53-6205-4536-E56B-258AEA39628C}"/>
              </a:ext>
            </a:extLst>
          </p:cNvPr>
          <p:cNvSpPr txBox="1"/>
          <p:nvPr/>
        </p:nvSpPr>
        <p:spPr>
          <a:xfrm>
            <a:off x="5128521" y="4288297"/>
            <a:ext cx="171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 VPPR</a:t>
            </a:r>
          </a:p>
          <a:p>
            <a:pPr algn="ctr"/>
            <a:r>
              <a:rPr lang="en-US" altLang="zh-CN" sz="2000"/>
              <a:t>Sophia Chen</a:t>
            </a:r>
            <a:endParaRPr lang="zh-CN" altLang="en-US" sz="20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A07B5B6-E1DF-A048-3956-836086956FB5}"/>
              </a:ext>
            </a:extLst>
          </p:cNvPr>
          <p:cNvSpPr txBox="1"/>
          <p:nvPr/>
        </p:nvSpPr>
        <p:spPr>
          <a:xfrm>
            <a:off x="6871043" y="4274101"/>
            <a:ext cx="171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 Secretary</a:t>
            </a:r>
          </a:p>
          <a:p>
            <a:pPr algn="ctr"/>
            <a:r>
              <a:rPr lang="en-US" altLang="zh-CN" sz="2000" err="1"/>
              <a:t>Jiajia</a:t>
            </a:r>
            <a:r>
              <a:rPr lang="en-US" altLang="zh-CN" sz="2000"/>
              <a:t> Bao</a:t>
            </a:r>
            <a:endParaRPr lang="zh-CN" altLang="en-US" sz="2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B6E80F-B525-EA4F-9AEA-3BFD18543222}"/>
              </a:ext>
            </a:extLst>
          </p:cNvPr>
          <p:cNvSpPr txBox="1"/>
          <p:nvPr/>
        </p:nvSpPr>
        <p:spPr>
          <a:xfrm>
            <a:off x="8518879" y="4268195"/>
            <a:ext cx="171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 Treasure</a:t>
            </a:r>
          </a:p>
          <a:p>
            <a:pPr algn="ctr"/>
            <a:r>
              <a:rPr lang="en-US" altLang="zh-CN" sz="2000"/>
              <a:t>Johnny Yao</a:t>
            </a:r>
            <a:endParaRPr lang="zh-CN" altLang="en-US" sz="20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03E6DBC-512F-B1E8-46AD-4AEA9E0CA20B}"/>
              </a:ext>
            </a:extLst>
          </p:cNvPr>
          <p:cNvSpPr txBox="1"/>
          <p:nvPr/>
        </p:nvSpPr>
        <p:spPr>
          <a:xfrm>
            <a:off x="10315566" y="4268195"/>
            <a:ext cx="171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 SAA</a:t>
            </a:r>
          </a:p>
          <a:p>
            <a:pPr algn="ctr"/>
            <a:r>
              <a:rPr lang="en-US" altLang="zh-CN" sz="2000"/>
              <a:t>Tao Lu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492297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k5MjQxN2M2NzVjMDc5YjdjZDU3N2FlOWY5N2QwZjEifQ=="/>
</p:tagLst>
</file>

<file path=ppt/theme/theme1.xml><?xml version="1.0" encoding="utf-8"?>
<a:theme xmlns:a="http://schemas.openxmlformats.org/drawingml/2006/main" name="Toastmasters Theme Dark Mode">
  <a:themeElements>
    <a:clrScheme name="Toastmasters">
      <a:dk1>
        <a:srgbClr val="333333"/>
      </a:dk1>
      <a:lt1>
        <a:srgbClr val="FFFFFF"/>
      </a:lt1>
      <a:dk2>
        <a:srgbClr val="012838"/>
      </a:dk2>
      <a:lt2>
        <a:srgbClr val="F5F5F5"/>
      </a:lt2>
      <a:accent1>
        <a:srgbClr val="B3C3D3"/>
      </a:accent1>
      <a:accent2>
        <a:srgbClr val="7B98B2"/>
      </a:accent2>
      <a:accent3>
        <a:srgbClr val="497593"/>
      </a:accent3>
      <a:accent4>
        <a:srgbClr val="0B5879"/>
      </a:accent4>
      <a:accent5>
        <a:srgbClr val="004061"/>
      </a:accent5>
      <a:accent6>
        <a:srgbClr val="004165"/>
      </a:accent6>
      <a:hlink>
        <a:srgbClr val="0248C2"/>
      </a:hlink>
      <a:folHlink>
        <a:srgbClr val="0248C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d64f076-5c40-4577-a01e-51edd02dcdb3" xsi:nil="true"/>
    <lcf76f155ced4ddcb4097134ff3c332f xmlns="487da259-6d76-4003-91e3-dbce3a3cae6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F7418C0B52A048A0D472E599A915C3" ma:contentTypeVersion="15" ma:contentTypeDescription="Create a new document." ma:contentTypeScope="" ma:versionID="eeee88f0647d491ff3df093b54ad6b56">
  <xsd:schema xmlns:xsd="http://www.w3.org/2001/XMLSchema" xmlns:xs="http://www.w3.org/2001/XMLSchema" xmlns:p="http://schemas.microsoft.com/office/2006/metadata/properties" xmlns:ns1="http://schemas.microsoft.com/sharepoint/v3" xmlns:ns2="487da259-6d76-4003-91e3-dbce3a3cae67" xmlns:ns3="1d64f076-5c40-4577-a01e-51edd02dcdb3" targetNamespace="http://schemas.microsoft.com/office/2006/metadata/properties" ma:root="true" ma:fieldsID="d7ffa1a34406adbb737b321248bc6b9c" ns1:_="" ns2:_="" ns3:_="">
    <xsd:import namespace="http://schemas.microsoft.com/sharepoint/v3"/>
    <xsd:import namespace="487da259-6d76-4003-91e3-dbce3a3cae67"/>
    <xsd:import namespace="1d64f076-5c40-4577-a01e-51edd02dcd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da259-6d76-4003-91e3-dbce3a3ca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64f076-5c40-4577-a01e-51edd02dcdb3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2fd7-ae28-42f4-964a-caec0ace1c8a}" ma:internalName="TaxCatchAll" ma:showField="CatchAllData" ma:web="1d64f076-5c40-4577-a01e-51edd02dcd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CE4753-A3BF-499B-ABAA-8F8184A4B0EC}">
  <ds:schemaRefs>
    <ds:schemaRef ds:uri="1d64f076-5c40-4577-a01e-51edd02dcdb3"/>
    <ds:schemaRef ds:uri="487da259-6d76-4003-91e3-dbce3a3cae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D319C22-375E-44E4-A76D-2627771CB473}">
  <ds:schemaRefs>
    <ds:schemaRef ds:uri="1d64f076-5c40-4577-a01e-51edd02dcdb3"/>
    <ds:schemaRef ds:uri="487da259-6d76-4003-91e3-dbce3a3ca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F3F6AAE-5C27-4501-9E68-96357AB3A7C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414-PowerpointTemplate16X9</Template>
  <TotalTime>68</TotalTime>
  <Words>615</Words>
  <Application>Microsoft Office PowerPoint</Application>
  <PresentationFormat>Widescreen</PresentationFormat>
  <Paragraphs>153</Paragraphs>
  <Slides>39</Slides>
  <Notes>4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3" baseType="lpstr">
      <vt:lpstr>ArialUnicodeMS</vt:lpstr>
      <vt:lpstr>微软雅黑</vt:lpstr>
      <vt:lpstr>Myriad Pro</vt:lpstr>
      <vt:lpstr>Myriad Pro Semibold</vt:lpstr>
      <vt:lpstr>myriad-pro</vt:lpstr>
      <vt:lpstr>黑体</vt:lpstr>
      <vt:lpstr>Algerian</vt:lpstr>
      <vt:lpstr>Aptos</vt:lpstr>
      <vt:lpstr>Aptos Display</vt:lpstr>
      <vt:lpstr>Arial</vt:lpstr>
      <vt:lpstr>Arial Bold</vt:lpstr>
      <vt:lpstr>Calibri</vt:lpstr>
      <vt:lpstr>Toastmasters Theme Dark Mode</vt:lpstr>
      <vt:lpstr>Office Theme</vt:lpstr>
      <vt:lpstr>SUZHOU TOASTMASTERS CLUB</vt:lpstr>
      <vt:lpstr>PowerPoint Presentation</vt:lpstr>
      <vt:lpstr>Ground Rules </vt:lpstr>
      <vt:lpstr>The Taboos</vt:lpstr>
      <vt:lpstr>PowerPoint Presentation</vt:lpstr>
      <vt:lpstr>Brief Introduction of Toastmasters</vt:lpstr>
      <vt:lpstr>Origination</vt:lpstr>
      <vt:lpstr>What’s TM</vt:lpstr>
      <vt:lpstr>Toastmasters International Mission 国际演讲会使命</vt:lpstr>
      <vt:lpstr>Brand Promise 品牌承诺</vt:lpstr>
      <vt:lpstr>Toastmasters Values</vt:lpstr>
      <vt:lpstr>Pathways</vt:lpstr>
      <vt:lpstr>Leadership Structure</vt:lpstr>
      <vt:lpstr>Pathways Chart to DTM</vt:lpstr>
      <vt:lpstr>Microsoft Suzhou Toastmasters Club (MiSu)</vt:lpstr>
      <vt:lpstr>Microsoft Suzhou Toastmasters Club (MiSu)</vt:lpstr>
      <vt:lpstr>How to join us?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Social Session</vt:lpstr>
      <vt:lpstr>PowerPoint Presentation</vt:lpstr>
      <vt:lpstr>PowerPoint Presentation</vt:lpstr>
      <vt:lpstr>Evaluation Session</vt:lpstr>
      <vt:lpstr>PowerPoint Presentation</vt:lpstr>
      <vt:lpstr>PowerPoint Presentation</vt:lpstr>
      <vt:lpstr>PowerPoint Presentation</vt:lpstr>
      <vt:lpstr>PowerPoint Presentation</vt:lpstr>
      <vt:lpstr>Voting Session</vt:lpstr>
      <vt:lpstr>Awarding</vt:lpstr>
      <vt:lpstr>Closing Remark</vt:lpstr>
      <vt:lpstr>Appreciation to Team</vt:lpstr>
      <vt:lpstr>MISU Officer Team(2026.07-2027.06)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Opening Remarks of Suzhou Toastmasters</dc:title>
  <dc:creator>Xi Ronno</dc:creator>
  <cp:lastModifiedBy>Chao Chen</cp:lastModifiedBy>
  <cp:revision>8</cp:revision>
  <dcterms:created xsi:type="dcterms:W3CDTF">2021-08-26T08:32:00Z</dcterms:created>
  <dcterms:modified xsi:type="dcterms:W3CDTF">2026-08-31T04:35:57Z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CE37D9892A544401B63DA9692251199A</vt:lpwstr>
  </property>
  <property fmtid="{D5CDD505-2E9C-101B-9397-08002B2CF9AE}" pid="3" name="KSOProductBuildVer">
    <vt:lpwstr>2052-11.1.0.12358</vt:lpwstr>
  </property>
  <property fmtid="{D5CDD505-2E9C-101B-9397-08002B2CF9AE}" pid="4" name="ContentTypeId">
    <vt:lpwstr>0x0101007FF7418C0B52A048A0D472E599A915C3</vt:lpwstr>
  </property>
  <property fmtid="{D5CDD505-2E9C-101B-9397-08002B2CF9AE}" pid="5" name="MediaServiceImageTags">
    <vt:lpwstr/>
  </property>
</Properties>
</file>